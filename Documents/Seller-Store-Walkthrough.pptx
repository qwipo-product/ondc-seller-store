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338CA">
              <a:alpha val="4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5029200" cy="502920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10896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3520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Management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18872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&amp; Seller Admin — End-to-End Walkthrough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onboarding · Catalog · Orders · Customers · Offers · Settings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6400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product walkthrough  ·  Built on the live Phase 1 build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2697480" cy="1645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Sign-In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login surface. Super Admin and Seller see different consoles.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9272" y="173736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737360"/>
            <a:ext cx="2697480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593592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93592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distributors, manage users, brands, connectors, and approval requests.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173736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737360"/>
            <a:ext cx="269748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55664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Admin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55664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inventory, customers, orders, offers, settings and reports.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43416" y="173736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43416" y="1737360"/>
            <a:ext cx="2697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17736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317736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17736" y="3520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checklist for go-live.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Two consoles.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937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475488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1691640"/>
            <a:ext cx="5943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691640"/>
            <a:ext cx="109728" cy="21031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8076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9900000001  ·  OTP 1234 (demo)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2651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distributors, master data, connectors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new requests and assigns brands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/admin on sign-in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4023360"/>
            <a:ext cx="5943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4023360"/>
            <a:ext cx="109728" cy="2103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(Distributor)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08076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9900000002  ·  OTP 1234 (demo)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4983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pricing, inventory and orders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offers, settings, reports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/ on sign-in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Sign-In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4338CA">
              <a:alpha val="35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distributors and running the network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996696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37760"/>
            <a:ext cx="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75688" y="4937760"/>
            <a:ext cx="2304288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49377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Brands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4937760"/>
            <a:ext cx="1353312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4937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62472" y="4937760"/>
            <a:ext cx="1115568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493776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modules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10-admi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7132320" cy="4389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5280" y="2148840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148840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manage, edit seller accounts.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55280" y="3081528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3081528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83880" y="3172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Brands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83880" y="3493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catalog with categories.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4014216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55280" y="4014216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83880" y="4105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83880" y="44256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/ ONDC connector configuration.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55280" y="4946904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55280" y="4946904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5038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83880" y="53583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seller approvals queue.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Modules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Sellers and click "Add Seller"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Sellers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502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508760"/>
            <a:ext cx="457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Seller form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1737360"/>
            <a:ext cx="502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1508760"/>
            <a:ext cx="457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brands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0" y="1737360"/>
            <a:ext cx="502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508760"/>
            <a:ext cx="457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activate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7772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23" name="Image 0" descr="C:\Users\Lenovo\OneDrive - Xavica Primary\Desktop\Seller Store\scripts\presentation\screenshots\11-admin-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31720"/>
            <a:ext cx="7589520" cy="402336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8503920" y="2240280"/>
            <a:ext cx="3200400" cy="4206240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3252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Sellers first?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732520" y="283464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list shows every distributor on the network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business, city or phone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Seller" creates a fresh account end-to-end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to open Seller Detail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the Seller details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589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12-admin-add-u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40664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capture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21040" y="2011680"/>
            <a:ext cx="7315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0" y="2304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helps in seller picker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21040" y="2724912"/>
            <a:ext cx="73152" cy="5943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0" y="2724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*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03920" y="3017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contact's name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21040" y="3438144"/>
            <a:ext cx="73152" cy="5943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0" y="3438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 *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03920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OTP login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21040" y="4151376"/>
            <a:ext cx="73152" cy="5943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 *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03920" y="44439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name of the distributor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321040" y="4864608"/>
            <a:ext cx="7315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0" y="4864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Address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503920" y="5157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Street, area, city, state, PIN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321040" y="557784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03920" y="5577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toggle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03920" y="5870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by default — flip if you need to stage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Companies &amp; Brands the seller works with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assignment 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at least one Company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= manufacturers (e.g. ITC, HUL, Nestlé). They live in the master Companies &amp; Brands module.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specific brands or All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select individual brands, or use "All brands" to auto-include any future brands added to that company.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25780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multiple companies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440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picker for every company the distributor carries. Each company can have its own brand mix.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1600200"/>
            <a:ext cx="5440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24" name="Image 0" descr="C:\Users\Lenovo\OneDrive - Xavica Primary\Desktop\Seller Store\scripts\presentation\screenshots\14-admin-compan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691640"/>
            <a:ext cx="5257800" cy="46634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STEP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distributor is live and editable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589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16-admin-seller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40664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155448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21040" y="1554480"/>
            <a:ext cx="33832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96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Save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49640" y="2194560"/>
            <a:ext cx="3108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appears in the Sellers list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 can sign in via OTP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Detail page opens for review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Profile, brand assignment, status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tab lets you wire DMS / ONDC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any time without losing data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Brands master data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14-admin-compan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lives at the top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2103120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03920" y="2103120"/>
            <a:ext cx="73152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732520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Manufacturer-level entities (ITC, HUL …).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03920" y="3154680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03920" y="3154680"/>
            <a:ext cx="73152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325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3252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 to a company; visible in seller picker.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03920" y="4206240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03920" y="4206240"/>
            <a:ext cx="73152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32520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32520" y="4617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carries category tags for filtering.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503920" y="5257800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03920" y="5257800"/>
            <a:ext cx="73152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32520" y="5349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732520" y="5669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can only pick from this master list.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Brands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— DMS &amp; ONDC plumbing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13-admin-connect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03920" y="1554480"/>
            <a:ext cx="3383280" cy="3657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32520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Management System sync — masters, stock, pricing.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03920" y="320040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0" y="3200400"/>
            <a:ext cx="3383280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3252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Network for Digital Commerce participation.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03920" y="484632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4846320"/>
            <a:ext cx="338328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Per-seller config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32520" y="53035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can be wired from the seller detail too.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onboarding checklist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seller account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331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mobile, business name, address, status.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14884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companies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78040" y="2331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every manufacturer the distributor carries.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brands per company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977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brands, or All to auto-include future ones.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3375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79476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connectors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3977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for stock &amp; price, ONDC for digital commerce.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98348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54406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17320" y="5212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56235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can now sign in via OTP at the same login screen.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98348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544068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5212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requests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78040" y="56235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Requests queue for approvals &amp; changes.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checklist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C4899">
              <a:alpha val="3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4338CA">
              <a:alpha val="25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Admin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Inventory · Customers · Orders · Offers · Settings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768096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37760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SKU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47088" y="4937760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4937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4937760"/>
            <a:ext cx="768096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4937760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13048" y="4937760"/>
            <a:ext cx="1069848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4937760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47488" y="4937760"/>
            <a:ext cx="1773936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493776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Schemes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86016" y="4937760"/>
            <a:ext cx="969264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493776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19872" y="4937760"/>
            <a:ext cx="86868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4937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53144" y="4937760"/>
            <a:ext cx="466344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3144" y="4937760"/>
            <a:ext cx="466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ADMIN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modules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20-seller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7132320" cy="4389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5280" y="2148840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148840"/>
            <a:ext cx="73152" cy="8412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SKU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ONDC details.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55280" y="3081528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3081528"/>
            <a:ext cx="73152" cy="8412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83880" y="3172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83880" y="3493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manage incoming orders.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4014216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55280" y="4014216"/>
            <a:ext cx="73152" cy="8412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83880" y="4105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83880" y="44256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list, filters and exports.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55280" y="4946904"/>
            <a:ext cx="3840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55280" y="4946904"/>
            <a:ext cx="73152" cy="8412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5038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Schemes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83880" y="53583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Pricing Schemes (QPS).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Admin · Modules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MY SKU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SKU the seller carries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21-my-sk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2011680"/>
            <a:ext cx="3383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brand, category, status, ONDC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code or HSN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price &amp; inventory edits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for SKU detail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for status change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SKU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ADD SKU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grow the catalog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22-add-sk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12064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554480"/>
            <a:ext cx="5715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1554480"/>
            <a:ext cx="109728" cy="15544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2103120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95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95160" y="21945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SKU at a time — full control over fields and ONDC attributes.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3246120"/>
            <a:ext cx="5715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246120"/>
            <a:ext cx="109728" cy="1554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55080" y="379476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9516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95160" y="38862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/ Excel template to onboard hundreds of SKUs.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937760"/>
            <a:ext cx="5715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4937760"/>
            <a:ext cx="109728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5080" y="548640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99516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Catalog Sync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95160" y="5577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pre-validated SKUs from Qwipo's master catalog.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SKU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SKU · MANUAL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product, price, ONDC and media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23-add-sku-manu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69164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03920" y="1691640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3252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brand, category, HSN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265176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0" y="2651760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3252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MRP, list price, GST, discount tiers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03920" y="361188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3611880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3252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info, MOQ, stock on hand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503920" y="457200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0" y="4572000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fields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73252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from the master sheet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503920" y="553212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03920" y="5532120"/>
            <a:ext cx="73152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32520" y="5623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732520" y="5943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image plus gallery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SKU · Manual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SKU · AT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and Central Catalog Sync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77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557784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600" dirty="0"/>
          </a:p>
        </p:txBody>
      </p:sp>
      <p:pic>
        <p:nvPicPr>
          <p:cNvPr id="10" name="Image 0" descr="C:\Users\Lenovo\OneDrive - Xavica Primary\Desktop\Seller Store\scripts\presentation\screenshots\24-add-sku-bul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94560"/>
            <a:ext cx="5303520" cy="274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0292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template (CSV / XLSX)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completed 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 flags ONDC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valid rows in one go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577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1600200"/>
            <a:ext cx="55778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Catalog Sync</a:t>
            </a:r>
            <a:endParaRPr lang="en-US" sz="1600" dirty="0"/>
          </a:p>
        </p:txBody>
      </p:sp>
      <p:pic>
        <p:nvPicPr>
          <p:cNvPr id="15" name="Image 1" descr="C:\Users\Lenovo\OneDrive - Xavica Primary\Desktop\Seller Store\scripts\presentation\screenshots\25-add-sku-centr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2194560"/>
            <a:ext cx="5303520" cy="2743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55080" y="50292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Qwipo's master catalog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brand, category,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SKUs and add them to your store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Pre-validated for ONDC out of the box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SKU · Scale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PRICING &amp; STOCK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list, price-inventory, and stock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374904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List</a:t>
            </a:r>
            <a:endParaRPr lang="en-US" sz="1600" dirty="0"/>
          </a:p>
        </p:txBody>
      </p:sp>
      <p:pic>
        <p:nvPicPr>
          <p:cNvPr id="10" name="Image 0" descr="C:\Users\Lenovo\OneDrive - Xavica Primary\Desktop\Seller Store\scripts\presentation\screenshots\26-price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48840"/>
            <a:ext cx="3383280" cy="3108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Bulk-edit MRP, list price, GST and tier discounts.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554480"/>
            <a:ext cx="374904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Price-Inventory</a:t>
            </a:r>
            <a:endParaRPr lang="en-US" sz="1600" dirty="0"/>
          </a:p>
        </p:txBody>
      </p:sp>
      <p:pic>
        <p:nvPicPr>
          <p:cNvPr id="15" name="Image 1" descr="C:\Users\Lenovo\OneDrive - Xavica Primary\Desktop\Seller Store\scripts\presentation\screenshots\27-price-invento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148840"/>
            <a:ext cx="3383280" cy="31089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pricing + stock view for fast updates.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2104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1554480"/>
            <a:ext cx="3749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0392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600" dirty="0"/>
          </a:p>
        </p:txBody>
      </p:sp>
      <p:pic>
        <p:nvPicPr>
          <p:cNvPr id="20" name="Image 2" descr="C:\Users\Lenovo\OneDrive - Xavica Primary\Desktop\Seller Store\scripts\presentation\screenshots\28-inventor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2148840"/>
            <a:ext cx="3383280" cy="31089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 by SKU with low-stock signals.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Stock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incoming order in one queue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30-ord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Orders page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2011680"/>
            <a:ext cx="3383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pipeline — New, Processing, Shipped, Delivered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filter — ONDC, Amazon, Flipkart, direct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order ID or customer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 — accept, ship, cancel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for full detail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DETAIL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about one order on a single page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31-order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691640"/>
            <a:ext cx="33832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03920" y="1691640"/>
            <a:ext cx="73152" cy="10789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address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32520" y="2148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placed it, where it goes.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03920" y="2898648"/>
            <a:ext cx="33832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0" y="2898648"/>
            <a:ext cx="73152" cy="10789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3035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32520" y="33558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qty, price, taxes, totals.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503920" y="4105656"/>
            <a:ext cx="33832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4105656"/>
            <a:ext cx="73152" cy="10789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42428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32520" y="456285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changes with timestamps.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503920" y="5312664"/>
            <a:ext cx="33832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0" y="5312664"/>
            <a:ext cx="73152" cy="10789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54498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732520" y="57698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ship, cancel, invoice.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retailers who buy from this distributor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40-custom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2011680"/>
            <a:ext cx="3383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company approval status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key is customer + company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approve / reject / reopen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filtered list to CSV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row for full customer detail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DETAIL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Per-company approvals and history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41-customer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691640"/>
            <a:ext cx="33832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03920" y="1691640"/>
            <a:ext cx="73152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32520" y="2148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mobile, GSTIN, address.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03920" y="2898648"/>
            <a:ext cx="33832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0" y="2898648"/>
            <a:ext cx="73152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3035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approvals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32520" y="33558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across each brand company.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503920" y="4105656"/>
            <a:ext cx="33832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4105656"/>
            <a:ext cx="73152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42428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32520" y="456285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orders, totals, frequency.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503920" y="5312664"/>
            <a:ext cx="33832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0" y="5312664"/>
            <a:ext cx="73152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54498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Per-company actions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732520" y="57698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rejected, deactivate, edit.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SCHEMES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Pricing Schemes (QPS)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50-off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QPS matters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2011680"/>
            <a:ext cx="3383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Slab-based discounts that drive volume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by brand, category or specific SKUs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— start and end dates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 — active, scheduled, expired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duplicate to roll forward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Schemes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· CREATE SCHEME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QPS in four small steps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9494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51-offer-cre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676656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80960" y="169164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45552" y="1984248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45552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039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503920" y="2148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catalog, brand, category, or specific SKUs.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289864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45552" y="3191256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45552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503920" y="3035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slabs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03920" y="33558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≥ N → discount %, or buy N get M free.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680960" y="410565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45552" y="4398264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45552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503920" y="4242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503920" y="45628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date, end date, time zone.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680960" y="531266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45552" y="5605272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45552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503920" y="5449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activate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503920" y="57698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customers immediately on save.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scheme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settings groups — configure once, run forever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60-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12064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554480"/>
            <a:ext cx="5760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1554480"/>
            <a:ext cx="9144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6276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1627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Branding, business info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35040" y="2258568"/>
            <a:ext cx="5760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2258568"/>
            <a:ext cx="91440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38160" y="2331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rules, prefixes, statuses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2962656"/>
            <a:ext cx="5760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2962656"/>
            <a:ext cx="91440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3035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38160" y="30358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Couriers, weight &amp; rate cards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35040" y="3666744"/>
            <a:ext cx="5760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3666744"/>
            <a:ext cx="914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3739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38160" y="37398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codes you ship to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35040" y="4370832"/>
            <a:ext cx="5760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4370832"/>
            <a:ext cx="914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4439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138160" y="44439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gateways, terms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035040" y="5074920"/>
            <a:ext cx="5760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5040" y="5074920"/>
            <a:ext cx="9144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63640" y="5148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138160" y="51480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approvals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035040" y="5779008"/>
            <a:ext cx="5760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35040" y="5779008"/>
            <a:ext cx="9144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63640" y="5852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138160" y="5852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email, WhatsApp templates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Order, Shipping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374904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pic>
        <p:nvPicPr>
          <p:cNvPr id="10" name="Image 0" descr="C:\Users\Lenovo\OneDrive - Xavica Primary\Desktop\Seller Store\scripts\presentation\screenshots\61-settings-st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48840"/>
            <a:ext cx="3383280" cy="3108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business profile, registered address.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554480"/>
            <a:ext cx="374904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600" dirty="0"/>
          </a:p>
        </p:txBody>
      </p:sp>
      <p:pic>
        <p:nvPicPr>
          <p:cNvPr id="15" name="Image 1" descr="C:\Users\Lenovo\OneDrive - Xavica Primary\Desktop\Seller Store\scripts\presentation\screenshots\62-settings-ord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148840"/>
            <a:ext cx="3383280" cy="31089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 prefixes, default statuses, auto-cancel rules.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2104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1554480"/>
            <a:ext cx="37490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0392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600" dirty="0"/>
          </a:p>
        </p:txBody>
      </p:sp>
      <p:pic>
        <p:nvPicPr>
          <p:cNvPr id="20" name="Image 2" descr="C:\Users\Lenovo\OneDrive - Xavica Primary\Desktop\Seller Store\scripts\presentation\screenshots\63-settings-shipp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2148840"/>
            <a:ext cx="3383280" cy="31089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Carriers, weight bands, rate cards, packaging.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CUSTOMER-FACING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Serviceability, Payment, Customer, Communication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788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278892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400" dirty="0"/>
          </a:p>
        </p:txBody>
      </p:sp>
      <p:pic>
        <p:nvPicPr>
          <p:cNvPr id="10" name="Image 0" descr="C:\Users\Lenovo\OneDrive - Xavica Primary\Desktop\Seller Store\scripts\presentation\screenshots\64-settings-service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03120"/>
            <a:ext cx="2514600" cy="3108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53492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PIN codes &amp; zones.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92424" y="1554480"/>
            <a:ext cx="2788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2424" y="1554480"/>
            <a:ext cx="278892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9584" y="1554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pic>
        <p:nvPicPr>
          <p:cNvPr id="15" name="Image 1" descr="C:\Users\Lenovo\OneDrive - Xavica Primary\Desktop\Seller Store\scripts\presentation\screenshots\65-settings-paym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29584" y="2103120"/>
            <a:ext cx="2514600" cy="31089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9584" y="53492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gateways, credit terms.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27648" y="1554480"/>
            <a:ext cx="2788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27648" y="1554480"/>
            <a:ext cx="2788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64808" y="1554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pic>
        <p:nvPicPr>
          <p:cNvPr id="20" name="Image 2" descr="C:\Users\Lenovo\OneDrive - Xavica Primary\Desktop\Seller Store\scripts\presentation\screenshots\66-settings-custom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64808" y="2103120"/>
            <a:ext cx="2514600" cy="31089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64808" y="53492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approval policy.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262872" y="1554480"/>
            <a:ext cx="2788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62872" y="1554480"/>
            <a:ext cx="27889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400032" y="1554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pic>
        <p:nvPicPr>
          <p:cNvPr id="25" name="Image 3" descr="C:\Users\Lenovo\OneDrive - Xavica Primary\Desktop\Seller Store\scripts\presentation\screenshots\67-settings-communicati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00032" y="2103120"/>
            <a:ext cx="2514600" cy="31089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00032" y="53492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email, WhatsApp templates.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Customer-facing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dashboards covering the whole business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772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Image 0" descr="C:\Users\Lenovo\OneDrive - Xavica Primary\Desktop\Seller Store\scripts\presentation\screenshots\70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758952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64592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68512" y="1810512"/>
            <a:ext cx="320040" cy="3200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68512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98280" y="1792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03920" y="242316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68512" y="2587752"/>
            <a:ext cx="320040" cy="3200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68512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98280" y="2569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503920" y="320040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68512" y="3364992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68512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98280" y="3346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03920" y="397764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68512" y="414223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68512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09828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503920" y="475488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68512" y="491947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68512" y="4919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098280" y="4901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&amp; Offers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503920" y="553212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68512" y="5696712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68512" y="5696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098280" y="5678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Delivery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KYC · SUPPORT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45775" y="45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 essentials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3749040" cy="4572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600" dirty="0"/>
          </a:p>
        </p:txBody>
      </p:sp>
      <p:pic>
        <p:nvPicPr>
          <p:cNvPr id="10" name="Image 0" descr="C:\Users\Lenovo\OneDrive - Xavica Primary\Desktop\Seller Store\scripts\presentation\screenshots\80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48840"/>
            <a:ext cx="3383280" cy="3108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password, mobile, role.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554480"/>
            <a:ext cx="374904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1600" dirty="0"/>
          </a:p>
        </p:txBody>
      </p:sp>
      <p:pic>
        <p:nvPicPr>
          <p:cNvPr id="15" name="Image 1" descr="C:\Users\Lenovo\OneDrive - Xavica Primary\Desktop\Seller Store\scripts\presentation\screenshots\82-ky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148840"/>
            <a:ext cx="3383280" cy="31089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PAN, GST, bank docs and track status.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21040" y="155448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5400000">
              <a:srgbClr val="0F172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1554480"/>
            <a:ext cx="37490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0392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600" dirty="0"/>
          </a:p>
        </p:txBody>
      </p:sp>
      <p:pic>
        <p:nvPicPr>
          <p:cNvPr id="20" name="Image 2" descr="C:\Users\Lenovo\OneDrive - Xavica Primary\Desktop\Seller Store\scripts\presentation\screenshots\81-suppor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3920" y="2148840"/>
            <a:ext cx="3383280" cy="31089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tickets, track resolution, FAQs.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Phase 1 Walkthrough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162495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support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4338CA">
              <a:alpha val="3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roles. One platform. Six steps to live.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5120640" cy="2926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1089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seller (name, mobile, business)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companies + brands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DMS / ONDC connectors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&amp; monitor requests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120640" cy="2926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31089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catalog — manual / bulk / central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price list and inventory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customers, run offers (QPS)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settings, watch 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Qwipo Seller Store - Walkthrough</dc:title>
  <dc:subject>PptxGenJS Presentation</dc:subject>
  <dc:creator>Qwipo</dc:creator>
  <cp:lastModifiedBy>Qwipo</cp:lastModifiedBy>
  <cp:revision>1</cp:revision>
  <dcterms:created xsi:type="dcterms:W3CDTF">2026-05-02T12:00:16Z</dcterms:created>
  <dcterms:modified xsi:type="dcterms:W3CDTF">2026-05-02T12:00:16Z</dcterms:modified>
</cp:coreProperties>
</file>