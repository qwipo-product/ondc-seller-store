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228600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8624" y="228600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228600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228600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28600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576072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576072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576072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6096" y="576072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576072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576072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923544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923544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8624" y="923544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923544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923544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923544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271016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1271016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1271016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1271016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3568" y="1271016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271016"/>
            <a:ext cx="82296" cy="82296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Store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8580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Updates  ·  May 2026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" y="2148840"/>
            <a:ext cx="41148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423160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2423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24505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— Serviceability Beat Addition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3081528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0815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31089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 — Beat Name + Delivery Day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" y="3739896"/>
            <a:ext cx="502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7398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37673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List Page Enhancements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Team  ·  Internal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6B6D4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Beat Addition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→  Seller  →  Serviceability tab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Serviceability: What Changed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3794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3794760" cy="38404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6A84"/>
                </a:solidFill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polygon per company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 UI — hard to 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beat name or delivery 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Polygon-only configuration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inheritance to customers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514600"/>
            <a:ext cx="5486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2331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0" y="713232"/>
            <a:ext cx="3794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713232"/>
            <a:ext cx="3794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7132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1234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beats per company (bit list)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73736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UI — Company / Beat / Day / Polygon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22402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Name (required, unique per company)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27432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Day: Mon–Sun + Next Day options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324612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GeoJSON polygon per beat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Serviceability: Data Model &amp; UX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73152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498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Bit (new entity)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828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companyId  +  companyName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the seller company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1828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· unique per company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901952"/>
            <a:ext cx="1828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deliveryDay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/ Tue / … / Sun / Next 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1828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polygonData  (optional)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for geo-lookup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169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  —  serviceability-data.ts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3375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subscribe() API — live updates across all open pages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findBitForCustomer() — deterministic matching (polygon-ready)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0690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getDeliveryDayForCustomer() — single lookup entry 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713232"/>
            <a:ext cx="2926080" cy="3813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822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UI Columns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0" y="1261872"/>
            <a:ext cx="2651760" cy="347472"/>
          </a:xfrm>
          <a:prstGeom prst="rect">
            <a:avLst/>
          </a:prstGeom>
          <a:solidFill>
            <a:srgbClr val="0D2D45"/>
          </a:solidFill>
          <a:ln w="12700">
            <a:solidFill>
              <a:srgbClr val="163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719072"/>
            <a:ext cx="2651760" cy="347472"/>
          </a:xfrm>
          <a:prstGeom prst="rect">
            <a:avLst/>
          </a:prstGeom>
          <a:solidFill>
            <a:srgbClr val="0D2D45"/>
          </a:solidFill>
          <a:ln w="12700">
            <a:solidFill>
              <a:srgbClr val="163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Name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176272"/>
            <a:ext cx="2651760" cy="347472"/>
          </a:xfrm>
          <a:prstGeom prst="rect">
            <a:avLst/>
          </a:prstGeom>
          <a:solidFill>
            <a:srgbClr val="0D2D45"/>
          </a:solidFill>
          <a:ln w="12700">
            <a:solidFill>
              <a:srgbClr val="1634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2633472"/>
            <a:ext cx="2651760" cy="347472"/>
          </a:xfrm>
          <a:prstGeom prst="rect">
            <a:avLst/>
          </a:prstGeom>
          <a:solidFill>
            <a:srgbClr val="0D2D45"/>
          </a:solidFill>
          <a:ln w="12700">
            <a:solidFill>
              <a:srgbClr val="1634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6334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3090672"/>
            <a:ext cx="2651760" cy="347472"/>
          </a:xfrm>
          <a:prstGeom prst="rect">
            <a:avLst/>
          </a:prstGeom>
          <a:solidFill>
            <a:srgbClr val="0D2D45"/>
          </a:solidFill>
          <a:ln w="12700">
            <a:solidFill>
              <a:srgbClr val="1634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(Edit / Delete)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dialog captures Beat Name + Delivery Day + optional polygon upload.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Name + Delivery Day per Company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List  ·  Customer Detail  →  Linked Companies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Customer Module: Beat Name &amp; Delivery 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40690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List 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Date column removed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Name column added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 column added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sourced from serviceability bits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34640"/>
            <a:ext cx="40690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346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Detail — Linked Companies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read-only Delivery Day column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from matched serviceability bit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per-customer storage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3525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explains auto-assignment source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713232"/>
            <a:ext cx="4251960" cy="4087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States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261872"/>
            <a:ext cx="3840480" cy="777240"/>
          </a:xfrm>
          <a:prstGeom prst="rect">
            <a:avLst/>
          </a:prstGeom>
          <a:solidFill>
            <a:srgbClr val="0D2D45"/>
          </a:solidFill>
          <a:ln w="12700">
            <a:solidFill>
              <a:srgbClr val="1634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389888"/>
            <a:ext cx="109728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89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Monday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3328" y="1417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KPHB 4 Beat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✔  Configured — shows day badge + beat 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468880"/>
            <a:ext cx="3840480" cy="658368"/>
          </a:xfrm>
          <a:prstGeom prst="rect">
            <a:avLst/>
          </a:prstGeom>
          <a:solidFill>
            <a:srgbClr val="0D2D45"/>
          </a:solidFill>
          <a:ln w="12700">
            <a:solidFill>
              <a:srgbClr val="1634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596896"/>
            <a:ext cx="1005840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96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Not 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✖  Unconfigured — muted badge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38770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edits to serviceability bits propagate instantly to open customer detail pages via subscribe() — no page reload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0B981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List Page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Beat-based delivery planning  ·  New columns  ·  Delivery type labels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Order List: New Structure &amp; Delivery Planning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5303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 Changes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170432"/>
            <a:ext cx="237744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1170432"/>
            <a:ext cx="2724912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70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6A84"/>
                </a:solidFill>
              </a:rPr>
              <a:t>Removed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16352" y="117043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Added / Renamed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536192"/>
            <a:ext cx="237744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6352" y="1536192"/>
            <a:ext cx="2724912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361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1C1C"/>
                </a:solidFill>
              </a:rPr>
              <a:t>✕  Priority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16352" y="15361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 Beat Name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1920240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6352" y="1920240"/>
            <a:ext cx="27249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920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1C1C"/>
                </a:solidFill>
              </a:rPr>
              <a:t>✕  Delivery 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16352" y="192024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 Beat Delivery Day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2304288"/>
            <a:ext cx="237744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16352" y="2304288"/>
            <a:ext cx="2724912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304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16352" y="230428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 Expected Delivery Day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2688336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6352" y="2688336"/>
            <a:ext cx="27249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88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16352" y="268833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 Delivery Type (renamed badges)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06908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Type Badges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15087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34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Sales Beat Order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4434840"/>
            <a:ext cx="15087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4434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NDD Requested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4434840"/>
            <a:ext cx="1508760" cy="25603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4434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1A8"/>
                </a:solidFill>
              </a:rPr>
              <a:t>Non-SalesBeat Order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06440" y="713232"/>
            <a:ext cx="3017520" cy="41330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Delivery Planning Tabs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1280160"/>
            <a:ext cx="123444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1280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Tomorrow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1280160"/>
            <a:ext cx="1234440" cy="320040"/>
          </a:xfrm>
          <a:prstGeom prst="rect">
            <a:avLst/>
          </a:prstGeom>
          <a:solidFill>
            <a:srgbClr val="0D2D45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1280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Beyond Tomorrow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17373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split by expected delivery window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21945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Delivery Day = configured day for that beat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26517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Delivery Day = actual order delivery date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31089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visible at a glance → NDD / Non-SalesBeat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0" y="3566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Beat Order = Beat Day matches Expected Day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914400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9792" y="914400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27264" y="914400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4736" y="914400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08" y="914400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261872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1261872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27264" y="1261872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74736" y="1261872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22208" y="1261872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609344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1609344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27264" y="1609344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609344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1609344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320040" y="1051560"/>
            <a:ext cx="8503920" cy="1115568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051560"/>
            <a:ext cx="502920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05156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11612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Beat Addition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1472184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Bit-wise model replaces single polygon per company. Each company now has multiple beats — each with a Beat Name, Delivery Day, and optional GeoJSON polygon. Managed via a clean table UI in Admin → Seller → Serviceability.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331720"/>
            <a:ext cx="8503920" cy="1115568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331720"/>
            <a:ext cx="50292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33172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24414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2752344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List and Customer Detail both surface Beat Name + Delivery Day for each linked company. Values are auto-resolved from serviceability bits — no duplicate storage. Live-subscribed, no reload needed.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8503920" cy="1115568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11880"/>
            <a:ext cx="502920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1188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72160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List Enhancements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032504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column removed. New Beat Name, Beat Delivery Day, and Expected Delivery Day columns enable at-a-glance delivery planning. Tabs split orders into Tomorrow vs Beyond Tomorrow. Delivery type badges renamed for clarity.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Seller Store — Feature Updates May 2026</dc:title>
  <dc:subject>PptxGenJS Presentation</dc:subject>
  <dc:creator>Omkar Charankar</dc:creator>
  <cp:lastModifiedBy>Omkar Charankar</cp:lastModifiedBy>
  <cp:revision>1</cp:revision>
  <dcterms:created xsi:type="dcterms:W3CDTF">2026-05-20T17:35:10Z</dcterms:created>
  <dcterms:modified xsi:type="dcterms:W3CDTF">2026-05-20T17:35:10Z</dcterms:modified>
</cp:coreProperties>
</file>