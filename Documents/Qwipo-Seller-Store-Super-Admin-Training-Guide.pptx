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0A1B30"/>
          </a:solidFill>
          <a:ln w="12700">
            <a:solidFill>
              <a:srgbClr val="0A1B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94560"/>
            <a:ext cx="548640" cy="73152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F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User Guide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new distributor goes from zero to live — Companies, Brands, Sellers, Mapping, Serviceability.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Version 1.0 · 27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Super Admin, and what they unblock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1C9B8E"/>
          </a:solidFill>
          <a:ln w="12700">
            <a:solidFill>
              <a:srgbClr val="1C9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1907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ops setting up new distributors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owners managing existing sellers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teaching the team the foundation 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73152" cy="219456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19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Super Admin goes 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can't log in until their profile exists here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uploads fail if Company / Brand names don't pre-exist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can't route without Serviceability beats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lat/long here becomes the seller's warehouse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109960" cy="228600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416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10789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Super Admin setup as 'pouring the foundation' for a distributor. Every later screen — the seller's portal, the buyer app, ONDC routing — references the entities created here. Spending an extra minute getting names and coordinates right saves hours of cleanup later (and some fields cannot be edited at all).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steps, in the only order that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26568" y="1828800"/>
            <a:ext cx="2194560" cy="3200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3808" y="2148840"/>
            <a:ext cx="640080" cy="640080"/>
          </a:xfrm>
          <a:prstGeom prst="ellipse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3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3728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Mobile OTP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3728" y="3657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signs in to the portal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688" y="324612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12568" y="1828800"/>
            <a:ext cx="2194560" cy="3200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9808" y="2148840"/>
            <a:ext cx="640080" cy="64008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9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849728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Company + Brands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849728" y="3657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entity + its brands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8" y="324612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98568" y="1828800"/>
            <a:ext cx="2194560" cy="3200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75808" y="2148840"/>
            <a:ext cx="640080" cy="64008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75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135728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Seller Profile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135728" y="3657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address, lat/long → warehouse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688" y="3246120"/>
            <a:ext cx="274320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284568" y="1828800"/>
            <a:ext cx="2194560" cy="3200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61808" y="2148840"/>
            <a:ext cx="640080" cy="64008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061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421728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Companies &amp; Brands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421728" y="3657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system which brands this seller carries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688" y="3246120"/>
            <a:ext cx="274320" cy="2743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570568" y="1828800"/>
            <a:ext cx="2194560" cy="3200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347808" y="2148840"/>
            <a:ext cx="640080" cy="640080"/>
          </a:xfrm>
          <a:prstGeom prst="ellipse">
            <a:avLst/>
          </a:prstGeom>
          <a:solidFill>
            <a:srgbClr val="1C9B8E"/>
          </a:solidFill>
          <a:ln w="12700">
            <a:solidFill>
              <a:srgbClr val="1C9B8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347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9707728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Serviceability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9707728" y="3657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+ delivery day (per company)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" y="5303520"/>
            <a:ext cx="11109960" cy="105156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48640" y="5303520"/>
            <a:ext cx="73152" cy="105156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77240" y="5413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sequence matters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77240" y="5715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seller cannot be mapped to a company that doesn't exist yet. Serviceability needs both seller and company. Each step depends on the previous one — skipping ahead causes setup failures that look like 'system bugs' but are really missing data.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entities you'll create and connect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448" y="1828800"/>
            <a:ext cx="260604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8" y="1828800"/>
            <a:ext cx="2606040" cy="4572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78128" y="2606040"/>
            <a:ext cx="868680" cy="868680"/>
          </a:xfrm>
          <a:prstGeom prst="ellipse">
            <a:avLst/>
          </a:prstGeom>
          <a:solidFill>
            <a:srgbClr val="FFF6EC"/>
          </a:solidFill>
          <a:ln w="12700">
            <a:solidFill>
              <a:srgbClr val="FFF6E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868" y="2788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2328" y="37033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or parent legal entity. Holds the SKUs.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98368" y="1828800"/>
            <a:ext cx="260604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98368" y="1828800"/>
            <a:ext cx="26060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98368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67048" y="2606040"/>
            <a:ext cx="868680" cy="868680"/>
          </a:xfrm>
          <a:prstGeom prst="ellipse">
            <a:avLst/>
          </a:prstGeom>
          <a:solidFill>
            <a:srgbClr val="FFF6EC"/>
          </a:solidFill>
          <a:ln w="12700">
            <a:solidFill>
              <a:srgbClr val="FFF6E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88" y="2788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81248" y="37033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sitting under one Company. Buyers browse by brand.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87288" y="1828800"/>
            <a:ext cx="260604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87288" y="1828800"/>
            <a:ext cx="2606040" cy="457200"/>
          </a:xfrm>
          <a:prstGeom prst="rect">
            <a:avLst/>
          </a:prstGeom>
          <a:solidFill>
            <a:srgbClr val="1C9B8E"/>
          </a:solidFill>
          <a:ln w="12700">
            <a:solidFill>
              <a:srgbClr val="1C9B8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87288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055968" y="2606040"/>
            <a:ext cx="868680" cy="868680"/>
          </a:xfrm>
          <a:prstGeom prst="ellipse">
            <a:avLst/>
          </a:prstGeom>
          <a:solidFill>
            <a:srgbClr val="FFF6EC"/>
          </a:solidFill>
          <a:ln w="12700">
            <a:solidFill>
              <a:srgbClr val="FFF6E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708" y="278892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70168" y="37033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identity. Address → default warehouse.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76208" y="1828800"/>
            <a:ext cx="2606040" cy="3291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76208" y="1828800"/>
            <a:ext cx="2606040" cy="4572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976208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9844888" y="2606040"/>
            <a:ext cx="868680" cy="868680"/>
          </a:xfrm>
          <a:prstGeom prst="ellipse">
            <a:avLst/>
          </a:prstGeom>
          <a:solidFill>
            <a:srgbClr val="FFF6EC"/>
          </a:solidFill>
          <a:ln w="12700">
            <a:solidFill>
              <a:srgbClr val="FFF6E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628" y="278892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59088" y="37033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when this seller delivers (per company).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5349240"/>
            <a:ext cx="11109960" cy="105156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48640" y="5349240"/>
            <a:ext cx="73152" cy="105156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7240" y="54589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7724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belongs to Company. Seller is mapped to Companies (and the brands beneath them). Serviceability is configured per (Seller × Company). One bad name breaks the whole chain.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 and where the name is reused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43484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5623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Company 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120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manufacturer or parent legal entity (e.g., GRB Dairy Foods, Raghav Lifestyle)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SKU and every Brand sits under one Company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ONCE — cannot be edited at the UI level after creation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91640"/>
            <a:ext cx="73152" cy="443484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562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Company name shows 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5029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upload — Manufacturer column must match exactly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 — products are grouped by Company → Brand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mapping — only mapped Companies appear in the seller's catalogue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— each Beat is per Company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list — the Company column tells the seller which manufacturer the order is for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ADDRESS &amp; WAREHOUSE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latitude / longitude matters more than the street 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434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43484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address — what's captured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37744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code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resolves City and State automatically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+ Longitude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geo-coordinates of the business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/ Street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neighbourhood + door-level address shown on invoices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577840" cy="4434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0760" y="1691640"/>
            <a:ext cx="73152" cy="4434840"/>
          </a:xfrm>
          <a:prstGeom prst="rect">
            <a:avLst/>
          </a:prstGeom>
          <a:solidFill>
            <a:srgbClr val="1C9B8E"/>
          </a:solidFill>
          <a:ln w="12700">
            <a:solidFill>
              <a:srgbClr val="1C9B8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becomes a Warehouse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377440"/>
            <a:ext cx="5074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Lat/Long you enter here is what the system writes into the seller's Settings → Warehouse.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warehouse becomes the default dispatch origin for every product the seller lists.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beats are drawn relative to it — i.e. retailers nearby vs far affect routing and delivery day.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is locked once saved — the seller cannot edit it from their portal.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989320"/>
            <a:ext cx="11109960" cy="50292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989320"/>
            <a:ext cx="73152" cy="50292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Net-net: verify Lat/Long with the seller before saving. It cannot be self-fixed.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LOGIN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the Super Admin portal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43484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5623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sequence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120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Super Admin portal URL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registered mobile number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OTP on that number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OTP to log in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confirms: 'Qwipo Seller Super Admin — Super Admin Portal'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91640"/>
            <a:ext cx="73152" cy="443484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562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tip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5029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portal, any 6-digit OTP is accepted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production, OTP is sent only to the registered mobile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registered mobile matches the user before creating their profile — used for all future logins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CREATE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Company modal — what each field does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6858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\Users\Lenovo\OneDrive - Xavica Primary\Desktop\Seller Store\.deck-qa\admin-img\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76656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691640"/>
            <a:ext cx="41605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691640"/>
            <a:ext cx="73152" cy="329184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856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0" y="228600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Companies &amp; Brands in sidebar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Search to confirm it doesn't already exist (43 today)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Add Company (top right)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Company Name, upload Logo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Brands one by one in the lower section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Company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120640"/>
            <a:ext cx="11109960" cy="123444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120640"/>
            <a:ext cx="73152" cy="123444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2303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click + Add Company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5532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search first. A duplicate Company name creates a fork in the data — sellers mapped to the duplicate won't see SKUs that referenced the original, and there's no UI to merge them.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NAMING RULES — CRITICAL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Name you save here is the contract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5550408"/>
                <a:gridCol w="55595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it as (correct)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mistake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2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GRB DAIRY FOODS PVTLTD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4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GRB DAIRY FOODS PVT.LTD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Ushodaya Enterprises Private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4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Ushodaya Enterprises Pvt.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Raghav Lifestyle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4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Raghav Lifestyle Products  (trailing space)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109960" cy="219456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114800"/>
            <a:ext cx="73152" cy="219456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2245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dots, spaces, and punctuation matter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52628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seller's SKU file uses this exact string in its Manufacturer column. Matching is character-by-character — no fuzzy logic. A tiny typo here forces every row that references this Company to fail the seller's upload. Company records also cannot be edited at the UI level — a typo is permanent unless fixed at the DB layer.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BRANDS UNDER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 brand the company sells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1206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\Users\Lenovo\OneDrive - Xavica Primary\Desktop\Seller Store\.deck-qa\admin-img\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0292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691640"/>
            <a:ext cx="5897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691640"/>
            <a:ext cx="73152" cy="210312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8562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brands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5040" y="2286000"/>
            <a:ext cx="5532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Brands, click + Add brand and type the name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each brand of this Company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gets its own row — clean and explicit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6440" y="3931920"/>
            <a:ext cx="5897880" cy="205740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0" y="3931920"/>
            <a:ext cx="73152" cy="20574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40416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cannot be removed — plan ahead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43434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tells you: 'Existing brands cannot be removed.' You can ADD a new brand later, but you can never delete an old one. Confirm the full brand list with the seller before saving so the dropdown isn't polluted with placeholder names.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EXAMPLE MAPPINGS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Company → Brand examples from the system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86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(as entered)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Raghav Lifestyle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Ushodaya Enterprises Private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GRB DAIRY FOODS PVTLTD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Ranga Rao Sons Private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Cycle, Om Shanthi, Flute, Good Luck, Lia, Medini, Naivedya, Rhythm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109960" cy="182880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434840"/>
            <a:ext cx="73152" cy="18288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5445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sort from your existing Excel before typing here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10789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approach: keep one master Excel sheet of Companies and Brands. Filter it for the seller you're onboarding, copy the Company name as-is, and paste it into the modal. This prevents transcription errors that look harmless on screen but fail every SKU upload.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CREATE SELLER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Seller form — what to fill 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68580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\Users\Lenovo\OneDrive - Xavica Primary\Desktop\Seller Store\.deck-qa\admin-img\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76656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691640"/>
            <a:ext cx="41605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691640"/>
            <a:ext cx="73152" cy="402336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856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0" y="228600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Sellers in the left sidebar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Add Seller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seller's details (see next slide)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start mapping companies in the lower section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Seller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SELLER FIELDS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and why each one matters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35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drives downstream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in dashboard, invoices, and to retailers in the buyer 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Type — Distributor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only Distributor. Wholesaler reserved for later phase.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Auto-resolves City and State — verify these before saving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 &amp; Longitude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Becomes the warehouse coordinates in Settings → cannot be edited later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Neighbourhood (e.g., Kukatpally) — shown on order routing maps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Door-level — printed on invoices and dispatch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109960" cy="178308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572000"/>
            <a:ext cx="73152" cy="178308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6817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Lat/Long discipline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9834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lat/long from Google Maps using the seller's actual godown / dispatch point — not a generic city centre. The serviceability beats (next step) are drawn around this exact point, and the seller cannot reset it from their portal. Get it right the first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MAP COMPANIES &amp; BRANDS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system what this seller actually carries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5778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\Users\Lenovo\OneDrive - Xavica Primary\Desktop\Seller Store\.deck-qa\admin-img\image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48640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645920"/>
            <a:ext cx="55321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C:\Users\Lenovo\OneDrive - Xavica Primary\Desktop\Seller Store\.deck-qa\admin-img\image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91640"/>
            <a:ext cx="5440680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120640"/>
            <a:ext cx="11109960" cy="123444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5120640"/>
            <a:ext cx="73152" cy="123444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52303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mapping, the seller's catalogue is empty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5532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mapped Brands appear in the seller's My SKU module. A seller mapped to 'GRB DAIRY FOODS' but missing the 'GRB' brand will be unable to upload any GRB SKU.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ALL BRANDS vs SPECIFIC BRANDS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map — pick deliberately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solidFill>
            <a:srgbClr val="1C9B8E"/>
          </a:solidFill>
          <a:ln w="12700">
            <a:solidFill>
              <a:srgbClr val="1C9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74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gets every CURRENT brand under this company.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any FUTURE brand added to this company is granted automatically.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Seller is the official distributor for the whole company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expect the company to keep adding new SKUs / brands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5394960" cy="50292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556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specific brands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select only the brands this seller stocks.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brands added later DO NOT flow to the seller automatically — you must add them manually.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Seller has territory rights for only some brands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want to exclude a brand (e.g., 'Rhythm' not stocked yet)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6080760"/>
            <a:ext cx="11109960" cy="45720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6080760"/>
            <a:ext cx="73152" cy="4572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080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return to the Companies &amp; Brands tab anytime and click + Add Brands to expand later.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SERVICEABILITY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name + delivery day per company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64922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\Users\Lenovo\OneDrive - Xavica Primary\Desktop\Seller Store\.deck-qa\admin-img\image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400800" cy="384048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91640"/>
          <a:ext cx="4526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8803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the company this rule applies to (separate entry per company)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route/polygon identifier — e.g., 'GRB 1', 'KPHB 4'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weekday customers in this beat are tagged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 (GeoJSON)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in Phase 1 — upload up to 5 MB GeoJSON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669280"/>
            <a:ext cx="11109960" cy="685800"/>
          </a:xfrm>
          <a:prstGeom prst="rect">
            <a:avLst/>
          </a:prstGeom>
          <a:solidFill>
            <a:srgbClr val="FFF6EC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5669280"/>
            <a:ext cx="73152" cy="6858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6692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shortcut: save with just Company + Beat + Day if polygon isn't ready — upload it later.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WHY PER-COMPANY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manufacturer can have its own beat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434840"/>
          </a:xfrm>
          <a:prstGeom prst="rect">
            <a:avLst/>
          </a:prstGeom>
          <a:solidFill>
            <a:srgbClr val="1C9B8E"/>
          </a:solidFill>
          <a:ln w="12700">
            <a:solidFill>
              <a:srgbClr val="1C9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5623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'per-company beat' enables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120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GRB beats can run Mon/Wed; Raghav beats can run Tue/Fri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in one beat may receive GRB orders but not Raghav (different territory)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seller carrying 3 companies can manage 3 independent delivery plans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91640"/>
            <a:ext cx="73152" cy="443484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562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5029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Same beat name across two companies?  → Yes, allowed. Beat name only has to be unique PER company.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the polygon overlap with another seller's?  → Yes — overlap is fine for now; it's an operational call.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 skip serviceability for Phase 1?  → No — orders won't route without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permanent — and what can be edited later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solidFill>
            <a:srgbClr val="D6422E"/>
          </a:solidFill>
          <a:ln w="12700">
            <a:solidFill>
              <a:srgbClr val="D64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(cannot edit in UI)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 (also cannot be removed)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Seller's Address — the warehouse Lat/Long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Seller's Mobile Number (used for OTP login)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44348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5394960" cy="50292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556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 or extend later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brands under an existing Company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Companies mapped to a Seller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Brands mapped to a Seller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Serviceability beats and polygons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admin issues and how to fix them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77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appears as duplicate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before searching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existing entry; map it to seller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cannot log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mobile saved, or OTP not received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mobile; ask them to retry OTP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missing in seller mapping dropdown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not created yet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to Companies &amp; Brands and create it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Serviceability not saving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 Name missing or duplicate per 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Beat Name is unique within the company for this seller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upload still failing manufacturer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 in Company Name (dot, space, abbreviation)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is unfixable in UI — escalate for DB-level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know the seller is truly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91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Brands all created with exact, agreed-upon names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1109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331720"/>
            <a:ext cx="73152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505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331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profile created with verified mobile and accurate Lat/Long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11109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971800"/>
            <a:ext cx="73152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906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971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Companies mapped, brand-by-brand or 'All brands'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3611880"/>
            <a:ext cx="11109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3611880"/>
            <a:ext cx="73152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3075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added for every Company the seller carries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4251960"/>
            <a:ext cx="11109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" y="4251960"/>
            <a:ext cx="73152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7083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can log in via OTP and lands on the Dashboard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48640" y="4892040"/>
            <a:ext cx="11109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48640" y="4892040"/>
            <a:ext cx="73152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01091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88720" y="4892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can download the SKU template and start a bulk import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548640" y="5532120"/>
            <a:ext cx="11109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48640" y="5532120"/>
            <a:ext cx="73152" cy="548640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50992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8872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upload, every row passes validation (no manufacturer mismatch)</a:t>
            </a:r>
            <a:endParaRPr lang="en-US" sz="1350" dirty="0"/>
          </a:p>
        </p:txBody>
      </p:sp>
      <p:sp>
        <p:nvSpPr>
          <p:cNvPr id="33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457200" cy="64008"/>
          </a:xfrm>
          <a:prstGeom prst="rect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2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every Super Admin trainer should leave with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order is mandatory: Company → Seller → Mapping → Serviceability. Skipping breaks the chain.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017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contracts. Company and Brand names cannot be edited — typos block every future SKU upload.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Lat/Long becomes the warehouse, locked after save. Verify against the seller's real godown location.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297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exactly what the seller carries — 'All brands' is auto-expanding, 'Pick specific' requires manual updates.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937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is per Company. No beat → no orders. Polygon can come later but beat name + day cannot.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day-to-day seller use (SKU upload, orders, schemes, settings), see the Seller User Guide deck.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Store · Super Admin Training Guide · v1.0 · Internal 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583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Qwipo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Qwipo Seller Store — Super Admin Training Guide</dc:title>
  <dc:subject>PptxGenJS Presentation</dc:subject>
  <dc:creator>Qwipo</dc:creator>
  <cp:lastModifiedBy>Qwipo</cp:lastModifiedBy>
  <cp:revision>1</cp:revision>
  <dcterms:created xsi:type="dcterms:W3CDTF">2026-06-01T10:12:35Z</dcterms:created>
  <dcterms:modified xsi:type="dcterms:W3CDTF">2026-06-01T10:12:35Z</dcterms:modified>
</cp:coreProperties>
</file>