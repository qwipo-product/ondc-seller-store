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Users-User-OneDrive---Xavica-Primary-Desktop-Seller-Store\e41a0907-b9d0-43c3-8896-e6cb051ea851\scratchpad\p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Users-User-OneDrive---Xavica-Primary-Desktop-Seller-Store\e41a0907-b9d0-43c3-8896-e6cb051ea851\scratchpad\p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Beat-wise Serviceability — 2-pager</dc:title>
  <dc:subject>PptxGenJS Presentation</dc:subject>
  <dc:creator>PptxGenJS</dc:creator>
  <cp:lastModifiedBy>PptxGenJS</cp:lastModifiedBy>
  <cp:revision>1</cp:revision>
  <dcterms:created xsi:type="dcterms:W3CDTF">2026-07-14T13:17:54Z</dcterms:created>
  <dcterms:modified xsi:type="dcterms:W3CDTF">2026-07-14T13:17:54Z</dcterms:modified>
</cp:coreProperties>
</file>