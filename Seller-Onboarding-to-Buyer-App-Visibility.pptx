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A24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2A246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94960"/>
            <a:ext cx="2926080" cy="2926080"/>
          </a:xfrm>
          <a:prstGeom prst="ellipse">
            <a:avLst/>
          </a:prstGeom>
          <a:solidFill>
            <a:srgbClr val="251F5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SELLER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Onboarding to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Visibility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workflow — from creating a distributor to their products going live on the customer app.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3B2E7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1–5 · Admin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72968" y="470916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6–10 · Seller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22976" y="470916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3B2E7E"/>
          </a:solidFill>
          <a:ln/>
        </p:spPr>
      </p:sp>
      <p:sp>
        <p:nvSpPr>
          <p:cNvPr id="13" name="Text 11"/>
          <p:cNvSpPr/>
          <p:nvPr/>
        </p:nvSpPr>
        <p:spPr>
          <a:xfrm>
            <a:off x="5522976" y="47091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· Partner Portal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38744" y="470916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744" y="47091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· Automatic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Business Team  ·  Based on the Tech Team's onboarding checklist  ·  Version 2.0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Checklist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steps take a new seller from creation to products visible on the customer app. Admin sets the seller up, the seller readies their catalog, admin syncs the seller to the Partner Portal — then going live is automatic.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Companies &amp; Brands (if not already in the system)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49840" y="1527048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0" y="152704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60804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60804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1860804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Seller — Active status, GPS, Companies &amp; Brands tagged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149840" y="1906524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0" y="1906524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240280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34440" y="2240280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Serviceability / GeoJSON per company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49840" y="2286000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9840" y="2286000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619756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619756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34440" y="2619756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Connector (ONDC — Active)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49840" y="2665476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49840" y="2665476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999232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999232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34440" y="2999232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Catalog — per brand, from the seller's Companies &amp; Brands tab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49840" y="3044952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3044952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378708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378708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34440" y="3378708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logs in with their mobile number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149840" y="3424428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CCFBF1"/>
          </a:solidFill>
          <a:ln/>
        </p:spPr>
      </p:sp>
      <p:sp>
        <p:nvSpPr>
          <p:cNvPr id="33" name="Text 31"/>
          <p:cNvSpPr/>
          <p:nvPr/>
        </p:nvSpPr>
        <p:spPr>
          <a:xfrm>
            <a:off x="10149840" y="342442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758184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758184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234440" y="3758184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review SKUs (Bulk Import for products not in the master catalog)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149840" y="3803904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CCFBF1"/>
          </a:solidFill>
          <a:ln/>
        </p:spPr>
      </p:sp>
      <p:sp>
        <p:nvSpPr>
          <p:cNvPr id="38" name="Text 36"/>
          <p:cNvSpPr/>
          <p:nvPr/>
        </p:nvSpPr>
        <p:spPr>
          <a:xfrm>
            <a:off x="10149840" y="3803904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137660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137660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34440" y="4137660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SKUs ONDC compliant (product image + required fields)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149840" y="4183380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CCFBF1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9840" y="4183380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4517136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517136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234440" y="4517136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price &amp; inventory (MRP &gt; 0, Selling Price &gt; 0, Stock ON)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149840" y="4562856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CCFBF1"/>
          </a:solidFill>
          <a:ln/>
        </p:spPr>
      </p:sp>
      <p:sp>
        <p:nvSpPr>
          <p:cNvPr id="48" name="Text 46"/>
          <p:cNvSpPr/>
          <p:nvPr/>
        </p:nvSpPr>
        <p:spPr>
          <a:xfrm>
            <a:off x="10149840" y="4562856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896612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" y="4896612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234440" y="4896612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notifications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149840" y="4942332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CCFBF1"/>
          </a:solidFill>
          <a:ln/>
        </p:spPr>
      </p:sp>
      <p:sp>
        <p:nvSpPr>
          <p:cNvPr id="53" name="Text 51"/>
          <p:cNvSpPr/>
          <p:nvPr/>
        </p:nvSpPr>
        <p:spPr>
          <a:xfrm>
            <a:off x="10149840" y="4942332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920" y="5276088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5276088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234440" y="5276088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the seller to the Partner Portal (Discover → Add Seller)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149840" y="5321808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EDE9FE"/>
          </a:solidFill>
          <a:ln/>
        </p:spPr>
      </p:sp>
      <p:sp>
        <p:nvSpPr>
          <p:cNvPr id="58" name="Text 56"/>
          <p:cNvSpPr/>
          <p:nvPr/>
        </p:nvSpPr>
        <p:spPr>
          <a:xfrm>
            <a:off x="10149840" y="5321808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920" y="5655564"/>
            <a:ext cx="11183112" cy="324612"/>
          </a:xfrm>
          <a:prstGeom prst="roundRect">
            <a:avLst>
              <a:gd name="adj" fmla="val 1971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5655564"/>
            <a:ext cx="502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1234440" y="5655564"/>
            <a:ext cx="83210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go live — visible on the customer app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149840" y="5701284"/>
            <a:ext cx="1371600" cy="233172"/>
          </a:xfrm>
          <a:prstGeom prst="roundRect">
            <a:avLst>
              <a:gd name="adj" fmla="val 47059"/>
            </a:avLst>
          </a:prstGeom>
          <a:solidFill>
            <a:srgbClr val="DCFCE7"/>
          </a:solidFill>
          <a:ln/>
        </p:spPr>
      </p:sp>
      <p:sp>
        <p:nvSpPr>
          <p:cNvPr id="63" name="Text 61"/>
          <p:cNvSpPr/>
          <p:nvPr/>
        </p:nvSpPr>
        <p:spPr>
          <a:xfrm>
            <a:off x="10149840" y="5701284"/>
            <a:ext cx="1371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02920" y="60899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is missed, the seller's products will not appear on the buyer app — the troubleshooting guide at the end shows what to check.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Companies &amp; Brands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creating a seller, every company and brand the seller wants to sell must already exist in the system.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and brands already exist? Skip this step.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company or brand needed? Admin creates it first.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 new company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9981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Admin Portal → Companies &amp; Brands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company name (unique across the platform)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brand under the company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then available for any seller to use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343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" y="4343400"/>
            <a:ext cx="3858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Companies &amp; Brands as a master list maintained by the admin. Sellers pick from this list — they don't create their own.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added (unique across platform)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brand added under the company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and brands visible in the master list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7" name="Image 0" descr="C:/Users/User/OneDrive - Xavica Primary/Desktop/Seller Store/scripts/presentation/onboarding-shots/step1-compan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→ Companies &amp; Brands — the master list sellers pick from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Seller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seller's details in the Admin Portal. Three fields decide whether products ever reach the customer app: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to the seller's warehouse. Wrong coordinates = wrong delivery area.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7523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must be selected. The seller can only sell products from their tagged companies.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557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(under each company)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9044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specific brands to limit the range — or leave empty and all brands are auto-assigned.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36168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43616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These fields are the #1 cause of “products not showing” issues later. Double-check them at creation.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7" name="Image 0" descr="C:/Users/User/OneDrive - Xavica Primary/Desktop/Seller Store/scripts/presentation/onboarding-shots/step2-add-seller-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Seller — GPS coordinates and “Companies &amp; Brands the Seller Works With”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the Seller Is Created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on successful creation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4114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account is created in Active status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 is auto-created using the seller's mobile number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warehouse is set up from the seller's address and GPS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order settings are applied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18211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seller must remain Active. If an admin deactivates the seller, all of their products vanish from the customer app.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151376"/>
            <a:ext cx="4114800" cy="2267712"/>
          </a:xfrm>
          <a:prstGeom prst="roundRect">
            <a:avLst>
              <a:gd name="adj" fmla="val 403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61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4553712"/>
            <a:ext cx="371246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entered correctly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company selected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tagged (or left empty for all brands)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status is Active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created (mobile number)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warehouse has the correct address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step2-sellers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list — every new seller starts in Active status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Serviceability / GeoJSON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from the seller's detail page → Serviceability tab. This defines where the seller can deliver — each company tagged to the seller needs its own delivery area.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one seller, two companies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“ABC Distributors” (Hyderabad) sells HUL and ITC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 area uploaded: Madhapur · ITC area: Gachibowli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Madhapur customers see only HUL products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Gachibowli customers see only ITC products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Kukatpally customers see nothing from this seller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950208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serviceability rule = no visibility. This is one of the most commonly missed steps.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tagged company has a serviceability rule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covers the intended delivery zone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verified on the map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onboarding-shots/step3-service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Details → Serviceability — delivery beats grouped per company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Coverage on the Map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 View to confirm every polygon sits where deliveries actually happen.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 per beat, grouped by company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company or delivery day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shading = area covered by more than one beat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inside a zone to see every company serving that spot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410712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41071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polygon in the wrong place quietly hides products from real customers — a 30-second map check catches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2759" y="1289304"/>
            <a:ext cx="7022592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2" name="Image 0" descr="C:/Users/User/OneDrive - Xavica Primary/Desktop/Seller Store/scripts/presentation/onboarding-shots/step3-serviceability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335" y="1325880"/>
            <a:ext cx="6949440" cy="4343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39335" y="57424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Map — 38 delivery beats across 7 companies, verified visually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Connectors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from the seller's detail page → Connector tab. A connector links the seller to a marketplace such as ONDC.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Connector and select the marketplace (e.g. ONDC)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the connector is created in Active status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0998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099816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seller must have at least one Active connector. Without it, nothing shows up in any customer app.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32180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31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724144"/>
            <a:ext cx="3712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connector added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status is Active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onboarding-shots/step4-conne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tab — ONDC connected and Active for this seller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Catalog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from the seller's detail page → Companies &amp; Brands tab → Sync Catalog. The catalog is synced per brand — matching products are copied from Qwipo's master catalog into the seller's account.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reads the seller's tagged companies and brands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all matching products in the master catalog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them, with pricing and schemes, into the seller's list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is safe — already-synced products are skipped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858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the master catalog?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use Sync Catalog (this step)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the seller imports it via Bulk Import (Step 7)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Catalog run for the seller's brands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appeared in the seller's catalog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schemes copied along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321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partner-shots/admin-sync-catalo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31377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453682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Details → Companies &amp; Brands — Sync Catalog pulls the tagged brands' products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Logs In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the seller takes over. They open the Seller Portal and sign in with the same mobile number the admin registered during creation.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4114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registered mobile number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the OTP sent to that number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Portal dashboard loads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218688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account setup is needed — the login was auto-created in Step 2.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32180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431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724144"/>
            <a:ext cx="3712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can log in with the registered mobile number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 dashboard loads successfully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 login — mobile number + OTP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Review SKUs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My SKU page the seller reviews their product list.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synced by the admin (Step 5) are already listed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missing from the master catalog are added via Bulk Import (next slide)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79776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2779776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Uploaded products must belong to the companies and brands assigned to the seller — anything else is rejected.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products visible in My SKU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 (if any) completed without errors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belong to the seller's tagged companies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step7-my-s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SKU — synced products with price, status and ONDC compliance at a glance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— Products Not in the Master Catalog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product doesn't exist in Qwipo's master catalog, the seller brings it in through the Bulk Import file.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SKU → Bulk Import → Add New SKUs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sample template (CSV or XLSX)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products — mandatory columns are starred, dropdown columns enforce the allowed values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file and Submit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673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767328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menu also offers “Update Price &amp; Stock” — download the existing catalog, edit offline, re-upload.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downloaded and filled correctly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with no validation errors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SKUs appear in the My SKU list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onboarding-shots/step7-bulk-import-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— download the template, fill it in, upload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SKUs ONDC Compliant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37160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Products marked “Non-Compliant” will NOT appear in the customer app.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reason is a missing product image. To fix a product: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4114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product to open its details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product image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any other missing required fields (descriptions, manufacturer details, …)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status flips to “Compliant” once everything required is filled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uploaded for each SKU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details filled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 shows “Compliant”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step8-sku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Details — required fields are flagged until the SKU is compliant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Price &amp; Inventory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SKU → Price &amp; Inventory. Three rules decide whether a product can be shown and sold: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must be greater than 0 — zero MRP hides the product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must be greater than 0 — zero hides it too. This is what the customer pays; set it below MRP for a discount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 must be ON — the quick way to show / hide a product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557016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557016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option: use “Import Prices” to update many products at once via Excel.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set and greater than 0 for each SKU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set and greater than 0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 toggled 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step9-price-inventory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Inventory — MRP, Selling Price and the Stock Available toggle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Notifications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SELLER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Settings → Communication Settings — so the seller never misses an incoming order.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WhatsApp-enabled mobile number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with the OTP code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“Notify New Orders” 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081528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recommended: order notifications land directly on WhatsApp the moment a customer places an order.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32180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431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724144"/>
            <a:ext cx="3712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number entered and verified with OTP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“Notify New Orders” toggle is 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42736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onboarding-shots/step10-commun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420052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559955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Communication — WhatsApp number with OTP verification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the Seller to the Partner Portal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37160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step was easy to miss — and without it the distributor never appears in the buyer app.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lives in the Seller Store. The Partner Portal is where the seller is published to the buyer side — the admin must sync every new seller across.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new seller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the Partner Portal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Sellers in the left menu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Discover Sellers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Filters (e.g. by location) to find the newly created seller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32180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31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724144"/>
            <a:ext cx="3712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→ My Sellers → Discover Sellers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applied — new seller found in the list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322354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partner-shots/partner-discov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31503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454942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→ Discover Sellers — filter to find the newly created seller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Seller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discovered seller to review its details — catalog size, categories and service locations.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Add Seller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114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seller is synced into the Partner Portal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appearing in the My Sellers list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 status is tracked per seller from there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42900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seller's items with View Items before adding, if you want to sanity-check the catalog.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321808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315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5724144"/>
            <a:ext cx="3712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details reviewed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Seller clicked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1359" y="1289304"/>
            <a:ext cx="6793992" cy="324874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0" descr="C:/Users/User/OneDrive - Xavica Primary/Desktop/Seller Store/scripts/presentation/partner-shots/partner-seller-detai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317559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967935" y="4574629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seller — review details, then click Add Seller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My Sellers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ADMIN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 Seller, the seller shows up in the My Sellers list with its catalog and sync status.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4114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seller + company combination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 and In Stock counts per company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 shows “Synced” with the last sync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3081528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when the seller appears here is the process complete — and the distributor becomes visible in the buyer mobile application.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5431536"/>
            <a:ext cx="37124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visible in My Sellers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 = Synced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✓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visible in the buyer 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1359" y="1289304"/>
            <a:ext cx="6793992" cy="3261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35000"/>
              </a:srgbClr>
            </a:outerShdw>
          </a:effectLst>
        </p:spPr>
      </p:sp>
      <p:pic>
        <p:nvPicPr>
          <p:cNvPr id="15" name="Image 0" descr="C:/Users/User/OneDrive - Xavica Primary/Desktop/Seller Store/scripts/presentation/partner-shots/partner-my-seller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325880"/>
            <a:ext cx="6720840" cy="318819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7935" y="458723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Sellers — the synced seller, per-company items and sync status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658368" cy="658368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29184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Go Live — Automatically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0042855" y="50292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10042855" y="502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AUTOMATIC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step is complete, products appear on the customer app on their own. </a:t>
            </a:r>
            <a:pPr indent="0" marL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manual “publish” button.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find the products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2121408" cy="22860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78892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" y="33832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" y="3749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opens a buyer app and searches for a product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79776" y="2606040"/>
            <a:ext cx="2121408" cy="22860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44368" y="278892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44368" y="33832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match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44368" y="3749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matches the customer's city with the seller's ONDC City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56632" y="2606040"/>
            <a:ext cx="2121408" cy="22860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1224" y="278892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5221224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21224" y="33832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21224" y="3749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the customer's location is inside the seller's delivery area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2606040"/>
            <a:ext cx="2121408" cy="22860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78892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33832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3749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products that are Active + Compliant + Priced + In Stock are shown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10344" y="2606040"/>
            <a:ext cx="2121408" cy="2286000"/>
          </a:xfrm>
          <a:prstGeom prst="roundRect">
            <a:avLst>
              <a:gd name="adj" fmla="val 517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4936" y="2788920"/>
            <a:ext cx="457200" cy="457200"/>
          </a:xfrm>
          <a:prstGeom prst="ellipse">
            <a:avLst/>
          </a:prstGeom>
          <a:solidFill>
            <a:srgbClr val="1E1B4B"/>
          </a:solidFill>
          <a:ln/>
        </p:spPr>
      </p:sp>
      <p:sp>
        <p:nvSpPr>
          <p:cNvPr id="31" name="Text 29"/>
          <p:cNvSpPr/>
          <p:nvPr/>
        </p:nvSpPr>
        <p:spPr>
          <a:xfrm>
            <a:off x="9774936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74936" y="33832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74936" y="3749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browses the catalog and places the order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check:  </a:t>
            </a:r>
            <a:pPr indent="0" marL="0">
              <a:buNone/>
            </a:pPr>
            <a:r>
              <a:rPr lang="en-US" sz="12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visible on the buyer app from inside the delivery area · the right company's products appear for the right location · pricing and stock status are accurate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Updates Reach the Buyer 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created in the Seller Store flows to the Partner Portal, and from there to the Buyer application. Two sync mechanisms keep everything up to date — knowing which one applies tells you when a change becomes visible.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74520" y="155448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1874520" y="1554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Store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5544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0" y="155448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554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66760" y="1554480"/>
            <a:ext cx="2468880" cy="566928"/>
          </a:xfrm>
          <a:prstGeom prst="roundRect">
            <a:avLst>
              <a:gd name="adj" fmla="val 19355"/>
            </a:avLst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554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Application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Sync — automatic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changes. Only the modified records are pushed, so updates reach the buyer app quickly — nobody has to do anything.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74904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Active / Inactive status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serviceability updates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Active / Inactive, SKU information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price and stock (In / Out of Stock)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&amp; offers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5943600" cy="3063240"/>
          </a:xfrm>
          <a:prstGeom prst="roundRect">
            <a:avLst>
              <a:gd name="adj" fmla="val 3582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697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needs a search refresh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0815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changes to what is searchable. They appear in the buyer app only after the next search / index refresh is triggered.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74904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seller creation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MOV / Non-Beat MOV updates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 creation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brand creation or updates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SKU added under a company or brand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Delivery-area (polygon) changes are different:  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customer's location is cached for 30 minutes, so a serviceability change can take up to 30 minutes to show for a given customer.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Sync Applies? — Quick Reference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predict when a change becomes visible — automatic within minutes (Incremental), after the next search refresh (On Search), or when the customer's 30-minute location cache expires (Polygons).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72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Active / Inactive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38728" y="1641348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64134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396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serviceability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38728" y="2208276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20827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706624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06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Active / Inactive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38728" y="2775204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15" name="Text 13"/>
          <p:cNvSpPr/>
          <p:nvPr/>
        </p:nvSpPr>
        <p:spPr>
          <a:xfrm>
            <a:off x="3538728" y="277520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information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38728" y="3342132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3538728" y="334213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840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price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38728" y="3909060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23" name="Text 21"/>
          <p:cNvSpPr/>
          <p:nvPr/>
        </p:nvSpPr>
        <p:spPr>
          <a:xfrm>
            <a:off x="3538728" y="39090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440740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4074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stock (In / Out of Stock)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38728" y="4475988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447598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97433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97433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&amp; offers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38728" y="5042916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CCFBF1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504291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AUTOMATIC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57276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572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seller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299448" y="1641348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9299448" y="164134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AFTER REFRESH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213969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1396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MOV / Non-Beat MOV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299448" y="2208276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9299448" y="220827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AFTER REFRESH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2706624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70662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299448" y="2775204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EDE9FE"/>
          </a:solidFill>
          <a:ln/>
        </p:spPr>
      </p:sp>
      <p:sp>
        <p:nvSpPr>
          <p:cNvPr id="43" name="Text 41"/>
          <p:cNvSpPr/>
          <p:nvPr/>
        </p:nvSpPr>
        <p:spPr>
          <a:xfrm>
            <a:off x="9299448" y="277520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AFTER REFRESH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3273552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2735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brand create or update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299448" y="3342132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EDE9FE"/>
          </a:solidFill>
          <a:ln/>
        </p:spPr>
      </p:sp>
      <p:sp>
        <p:nvSpPr>
          <p:cNvPr id="47" name="Text 45"/>
          <p:cNvSpPr/>
          <p:nvPr/>
        </p:nvSpPr>
        <p:spPr>
          <a:xfrm>
            <a:off x="9299448" y="334213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AFTER REFRESH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38404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38404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added to a company / brand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299448" y="3909060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EDE9FE"/>
          </a:solidFill>
          <a:ln/>
        </p:spPr>
      </p:sp>
      <p:sp>
        <p:nvSpPr>
          <p:cNvPr id="51" name="Text 49"/>
          <p:cNvSpPr/>
          <p:nvPr/>
        </p:nvSpPr>
        <p:spPr>
          <a:xfrm>
            <a:off x="9299448" y="39090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— AFTER REFRESH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63640" y="440740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44074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delivery-area updates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299448" y="4475988"/>
            <a:ext cx="2286000" cy="338328"/>
          </a:xfrm>
          <a:prstGeom prst="roundRect">
            <a:avLst>
              <a:gd name="adj" fmla="val 29730"/>
            </a:avLst>
          </a:prstGeom>
          <a:solidFill>
            <a:srgbClr val="FEF3C7"/>
          </a:solidFill>
          <a:ln/>
        </p:spPr>
      </p:sp>
      <p:sp>
        <p:nvSpPr>
          <p:cNvPr id="55" name="Text 53"/>
          <p:cNvSpPr/>
          <p:nvPr/>
        </p:nvSpPr>
        <p:spPr>
          <a:xfrm>
            <a:off x="9299448" y="447598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MIN — CACHE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using the right trigger for the type of change prevents stale or inconsistent data from appearing in the buyer application.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 Team — “Data Synchronization Guide: Incremental Sync vs. On Search”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a chain — every link must hold.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44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44475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 exist in the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1828800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18288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created (Active) with ONDC City Code + GPS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2212848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212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72184" y="221284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&amp; Brands tagged to the seller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33856" y="2596896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596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36776" y="2596896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/ GeoJSON uploaded per company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98448" y="2980944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464" y="2980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298094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Connector is Active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3364992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33649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336499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synced or SKUs bulk-imported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27632" y="3749040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30552" y="37490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uploaded (ONDC Compliant)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92224" y="4133088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4133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95144" y="413308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&gt; 0 and Selling Price &gt; 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56816" y="4517136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4517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59736" y="4517136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 = 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21408" y="4901184"/>
            <a:ext cx="6035040" cy="320040"/>
          </a:xfrm>
          <a:prstGeom prst="roundRect">
            <a:avLst>
              <a:gd name="adj" fmla="val 20000"/>
            </a:avLst>
          </a:prstGeom>
          <a:solidFill>
            <a:srgbClr val="2E2768"/>
          </a:solidFill>
          <a:ln w="9525">
            <a:solidFill>
              <a:srgbClr val="453C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4901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24328" y="490118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synced to the Partner Portal (My Sellers)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0" y="5285232"/>
            <a:ext cx="6035040" cy="475488"/>
          </a:xfrm>
          <a:prstGeom prst="roundRect">
            <a:avLst>
              <a:gd name="adj" fmla="val 17308"/>
            </a:avLst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2468880" y="528523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visible on the Customer App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778240" y="2377440"/>
            <a:ext cx="2880360" cy="2103120"/>
          </a:xfrm>
          <a:prstGeom prst="roundRect">
            <a:avLst>
              <a:gd name="adj" fmla="val 5217"/>
            </a:avLst>
          </a:prstGeom>
          <a:solidFill>
            <a:srgbClr val="3B1E1E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006840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step is missing, the product will NOT appear.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0684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broken link hides the product for every customer.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Troubleshooting Guide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products don't show up, work through this list — it covers the failure behind almost every escalation.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09160" y="12435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not showing anywhere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536192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3619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seller Active? Is the connector Active? Is the ONDC City Code set?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06654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665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missing from the buyer 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066544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66544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seller added in the Partner Portal? Check My Sellers (Step 11).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the wrong city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596896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9689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ONDC City Code — it may be set incorrectly.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272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some customers, not others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127248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2724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GeoJSON / serviceability — the customer may be outside the delivery area.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57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company's products not showing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5760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company tagged to the seller? Does it have a serviceability rule?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18795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879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product not showing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4187952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18795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Active? Compliant? MRP &gt; 0? Selling Price &gt; 0? Stock ON?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471830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7183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disappeared after re-upload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4718304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718304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 Snapshot” mode deactivates products missing from the uploaded file.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24865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2486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products not showing yet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5248656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524865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 few minutes for the marketplace sync to complete.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577900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779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made but not visible yet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5779008"/>
            <a:ext cx="696772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577900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sync type — On Search changes show after the next search refresh; polygon changes take up to 30 minutes.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364224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 Team — “Seller Onboarding to Buyer App Visibility” checklist, v1.0, July 2026 · Partner Portal sync workflow added v2.0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Seller Onboarding to Buyer App Visibility</dc:title>
  <dc:subject>Complete guide — seller onboard to buyer app visibility</dc:subject>
  <dc:creator>Qwipo Product Team</dc:creator>
  <cp:lastModifiedBy>Qwipo Product Team</cp:lastModifiedBy>
  <cp:revision>1</cp:revision>
  <dcterms:created xsi:type="dcterms:W3CDTF">2026-07-31T09:13:09Z</dcterms:created>
  <dcterms:modified xsi:type="dcterms:W3CDTF">2026-07-31T09:13:09Z</dcterms:modified>
</cp:coreProperties>
</file>