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1828800"/>
            <a:ext cx="5486400" cy="54864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5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DISCUSSION NOTE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&amp; Price Sync Workflow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5DA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State Understanding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777240" y="3931920"/>
            <a:ext cx="1371600" cy="54864"/>
          </a:xfrm>
          <a:prstGeom prst="rect">
            <a:avLst/>
          </a:prstGeom>
          <a:solidFill>
            <a:srgbClr val="5DA9C4"/>
          </a:solidFill>
          <a:ln w="12700">
            <a:solidFill>
              <a:srgbClr val="5DA9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1605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with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 Manohar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June 2026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Omkar Charankar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493776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4983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5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 STATE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5349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Seller Portal → ONDC → Buyer App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Price Sync Workflow  |  Discussion with Venkat Manohar  |  1 June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CONTEXT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of Discussion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68580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37360"/>
            <a:ext cx="73152" cy="4297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discussion happened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" y="260604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updated in the Seller Portal was not immediately reflected in the Seller Partner Portal and the Buyer Application — even after clicking the “Sync” option.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4069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 explained: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4400" y="438912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architecture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data flow between systems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for the observed behavior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680960" y="1737360"/>
            <a:ext cx="4023360" cy="4297680"/>
          </a:xfrm>
          <a:prstGeom prst="rect">
            <a:avLst/>
          </a:prstGeom>
          <a:solidFill>
            <a:srgbClr val="0F2A4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0116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9536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001000" y="265176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“Why does ‘Sync’ in the Partner Portal not bring in the latest price from the Seller Portal?”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8001000" y="4846320"/>
            <a:ext cx="640080" cy="36576"/>
          </a:xfrm>
          <a:prstGeom prst="rect">
            <a:avLst/>
          </a:prstGeom>
          <a:solidFill>
            <a:srgbClr val="5DA9C4"/>
          </a:solidFill>
          <a:ln w="12700">
            <a:solidFill>
              <a:srgbClr val="5DA9C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001000" y="4983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follows in the rest of the deck.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Price Sync Workflow  |  Discussion with Venkat Manohar  |  1 June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FOUR ENTITIES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System Architecture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 currently consists of four major entities, linked in a linear data flow: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423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94560"/>
            <a:ext cx="2423160" cy="9601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237744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907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3291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Seller Portal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94360" y="3703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4069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 attributes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401568"/>
            <a:ext cx="320040" cy="3200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291840" y="2194560"/>
            <a:ext cx="2423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91840" y="2194560"/>
            <a:ext cx="242316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0" y="237744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291840" y="2907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3429000" y="3291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Seller Partner Portal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3429000" y="3703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Intermediary Layer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520440" y="4069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 copy of Seller data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ONDC integrations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401568"/>
            <a:ext cx="320040" cy="32004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126480" y="2194560"/>
            <a:ext cx="2423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126480" y="2194560"/>
            <a:ext cx="242316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3740" y="2377440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26480" y="2907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263640" y="3291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ONDC Network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6263640" y="3703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Distributor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355080" y="4069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catalog from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 Portal</a:t>
            </a:r>
            <a:endParaRPr lang="en-US" sz="11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401568"/>
            <a:ext cx="320040" cy="32004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8961120" y="2194560"/>
            <a:ext cx="2423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961120" y="2194560"/>
            <a:ext cx="2423160" cy="9601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8380" y="2377440"/>
            <a:ext cx="548640" cy="54864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961120" y="2907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9098280" y="3291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 Application</a:t>
            </a:r>
            <a:endParaRPr lang="en-US" sz="1700" dirty="0"/>
          </a:p>
        </p:txBody>
      </p:sp>
      <p:sp>
        <p:nvSpPr>
          <p:cNvPr id="37" name="Text 28"/>
          <p:cNvSpPr/>
          <p:nvPr/>
        </p:nvSpPr>
        <p:spPr>
          <a:xfrm>
            <a:off x="9098280" y="3703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Consumer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9189720" y="4069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products to buyers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catalog via ONDC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457200" y="5166360"/>
            <a:ext cx="11247120" cy="1051560"/>
          </a:xfrm>
          <a:prstGeom prst="rect">
            <a:avLst/>
          </a:prstGeom>
          <a:solidFill>
            <a:srgbClr val="FEF3E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57200" y="5166360"/>
            <a:ext cx="73152" cy="1051560"/>
          </a:xfrm>
          <a:prstGeom prst="rect">
            <a:avLst/>
          </a:prstGeom>
          <a:solidFill>
            <a:srgbClr val="E08A1F"/>
          </a:solidFill>
          <a:ln w="12700">
            <a:solidFill>
              <a:srgbClr val="E08A1F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5440680"/>
            <a:ext cx="411480" cy="4114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234440" y="5285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PARTNER PORTAL EXISTS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1234440" y="55321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 integrations were originally built around the Partner Portal — that is why the system continues to route data through this intermediary layer instead of connecting Seller Portal directly to ONDC.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Price Sync Workflow  |  Discussion with Venkat Manohar  |  1 June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NIGHTLY SYNCHRONIZATION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Product &amp; Price Sync Works Today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852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" cy="1325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28800"/>
            <a:ext cx="777240" cy="7772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7373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148840" y="17190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Updates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91640" y="219456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makes changes in the Seller Portal: price, inventory, product / brand images, product attributes, company details.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017520"/>
            <a:ext cx="5852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017520"/>
            <a:ext cx="73152" cy="1325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1520" y="3291840"/>
            <a:ext cx="777240" cy="7772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320040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148840" y="31821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Process Runs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691640" y="365760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NOT immediately pushed. A scheduled fetch process pulls data from the Seller Portal and stores updated records in the Partner Portal.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4480560"/>
            <a:ext cx="5852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" y="4480560"/>
            <a:ext cx="73152" cy="1325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754880"/>
            <a:ext cx="777240" cy="7772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1520" y="4754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466344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148840" y="46451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to ONDC → Buyer App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1691640" y="512064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data is in the Partner Portal, it is broadcast to ONDC, which propagates updates to Buyer Applications.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675120" y="1554480"/>
            <a:ext cx="5029200" cy="4526280"/>
          </a:xfrm>
          <a:prstGeom prst="rect">
            <a:avLst/>
          </a:prstGeom>
          <a:solidFill>
            <a:srgbClr val="0F2A4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685800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5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DATA FLOW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85800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Sync can deliver fresh data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7863840" y="246888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86384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Portal</a:t>
            </a:r>
            <a:endParaRPr lang="en-US" sz="12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2816352"/>
            <a:ext cx="201168" cy="201168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7863840" y="3035808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863840" y="3035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Process</a:t>
            </a:r>
            <a:endParaRPr lang="en-US" sz="12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3383280"/>
            <a:ext cx="201168" cy="201168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7863840" y="3602736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863840" y="36027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Portal</a:t>
            </a:r>
            <a:endParaRPr lang="en-US" sz="12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0" y="3950208"/>
            <a:ext cx="201168" cy="201168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7863840" y="4169664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7863840" y="41696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2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40" y="4517136"/>
            <a:ext cx="201168" cy="201168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7863840" y="4736592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7863840" y="4736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</a:t>
            </a:r>
            <a:endParaRPr lang="en-US" sz="120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0" y="5084064"/>
            <a:ext cx="201168" cy="201168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7863840" y="530352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786384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App</a:t>
            </a:r>
            <a:endParaRPr lang="en-US" sz="1200" dirty="0"/>
          </a:p>
        </p:txBody>
      </p:sp>
      <p:sp>
        <p:nvSpPr>
          <p:cNvPr id="48" name="Shape 38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FEF3E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457200" y="5897880"/>
            <a:ext cx="73152" cy="502920"/>
          </a:xfrm>
          <a:prstGeom prst="rect">
            <a:avLst/>
          </a:prstGeom>
          <a:solidFill>
            <a:srgbClr val="E08A1F"/>
          </a:solidFill>
          <a:ln w="12700">
            <a:solidFill>
              <a:srgbClr val="E08A1F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" y="6016752"/>
            <a:ext cx="292608" cy="292608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1143000" y="5943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“Sync” in the Partner Portal does NOT fetch new data from the Seller Portal — it only acts on data already present in the Partner Portal.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Price Sync Workflow  |  Discussion with Venkat Manohar  |  1 June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ROOT CAUSE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Price Was Not Updated in Partner Portal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943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" cy="4572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830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SCENARIO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8016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happened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77240" y="2743200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2697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updated price in the Seller Portal.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77240" y="3520440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25880" y="3474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clicked “Sync” in the Partner Portal.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77240" y="4297680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25880" y="4251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Portal still displayed the old price.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77240" y="5212080"/>
            <a:ext cx="54864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52120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“Sync does not retrieve new data from the Seller Portal. It only works on data already available in the Partner Portal.”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05840" y="57607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Venkat Manohar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675120" y="1554480"/>
            <a:ext cx="50292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85800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AT THE MOMENT OF SYNC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85800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new price lives — and where it doesn’t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858000" y="2606040"/>
            <a:ext cx="4663440" cy="731520"/>
          </a:xfrm>
          <a:prstGeom prst="rect">
            <a:avLst/>
          </a:prstGeom>
          <a:solidFill>
            <a:srgbClr val="E6F6F1"/>
          </a:solidFill>
          <a:ln w="6350">
            <a:solidFill>
              <a:srgbClr val="0F9D7B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88920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543800" y="27157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Portal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9418320" y="27157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PRICE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6858000" y="3474720"/>
            <a:ext cx="4663440" cy="731520"/>
          </a:xfrm>
          <a:prstGeom prst="rect">
            <a:avLst/>
          </a:prstGeom>
          <a:solidFill>
            <a:srgbClr val="FBEDEA"/>
          </a:solidFill>
          <a:ln w="6350">
            <a:solidFill>
              <a:srgbClr val="C0392B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657600"/>
            <a:ext cx="365760" cy="3657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543800" y="35844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Portal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9418320" y="35844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PRICE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6858000" y="4343400"/>
            <a:ext cx="4663440" cy="731520"/>
          </a:xfrm>
          <a:prstGeom prst="rect">
            <a:avLst/>
          </a:prstGeom>
          <a:solidFill>
            <a:srgbClr val="FBEDEA"/>
          </a:solidFill>
          <a:ln w="6350">
            <a:solidFill>
              <a:srgbClr val="C0392B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526280"/>
            <a:ext cx="365760" cy="36576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543800" y="4453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App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9418320" y="44531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PRICE</a:t>
            </a:r>
            <a:endParaRPr lang="en-US" sz="1400" dirty="0"/>
          </a:p>
        </p:txBody>
      </p:sp>
      <p:sp>
        <p:nvSpPr>
          <p:cNvPr id="39" name="Text 33"/>
          <p:cNvSpPr/>
          <p:nvPr/>
        </p:nvSpPr>
        <p:spPr>
          <a:xfrm>
            <a:off x="6858000" y="5394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fetch process executes, Partner Portal and Buyer App will keep showing stale information — even after a Sync click.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Price Sync Workflow  |  Discussion with Venkat Manohar  |  1 June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ONE CYCLE PER 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Refresh Frequency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572000" cy="4572000"/>
          </a:xfrm>
          <a:prstGeom prst="rect">
            <a:avLst/>
          </a:prstGeom>
          <a:solidFill>
            <a:srgbClr val="0F2A4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783080"/>
            <a:ext cx="91440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78892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ONCE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548640" y="4023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5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1520" y="45720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catalog updates are refreshed only during the nightly processing cycle.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303520" y="1554480"/>
            <a:ext cx="64008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0" y="17373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types and whether they reflect immediately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0" y="2194560"/>
            <a:ext cx="6035040" cy="4114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23560" y="2194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TYPE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509760" y="2194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REFLECTION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0" y="2606040"/>
            <a:ext cx="6035040" cy="502920"/>
          </a:xfrm>
          <a:prstGeom prst="rect">
            <a:avLst/>
          </a:prstGeom>
          <a:solidFill>
            <a:srgbClr val="F4F7FA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0" y="2606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Update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0424160" y="271576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BED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24160" y="27157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0" y="3108960"/>
            <a:ext cx="60350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0" y="3108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Update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0424160" y="321868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BED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424160" y="32186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0" y="3611880"/>
            <a:ext cx="6035040" cy="502920"/>
          </a:xfrm>
          <a:prstGeom prst="rect">
            <a:avLst/>
          </a:prstGeom>
          <a:solidFill>
            <a:srgbClr val="F4F7FA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 Update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10424160" y="372160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BED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424160" y="37216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4114800"/>
            <a:ext cx="60350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0" y="4114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Image Update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10424160" y="422452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BED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424160" y="42245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486400" y="4617720"/>
            <a:ext cx="6035040" cy="502920"/>
          </a:xfrm>
          <a:prstGeom prst="rect">
            <a:avLst/>
          </a:prstGeom>
          <a:solidFill>
            <a:srgbClr val="F4F7FA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0" y="4617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Attribute Update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10424160" y="472744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BED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424160" y="47274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486400" y="5120640"/>
            <a:ext cx="60350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69280" y="5120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Information Update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10424160" y="523036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BED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424160" y="5230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486400" y="56692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such changes generally wait until the next refresh cycle.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Price Sync Workflow  |  Discussion with Venkat Manohar  |  1 June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THE REAL-TIME EXCEPTION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Handling for Cart &amp; Checkout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one important exception to the nightly model: the cart and checkout flow performs real-time validation against the Seller.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56692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73152" cy="4114800"/>
          </a:xfrm>
          <a:prstGeom prst="rect">
            <a:avLst/>
          </a:prstGeom>
          <a:solidFill>
            <a:srgbClr val="0F9D7B"/>
          </a:solidFill>
          <a:ln w="12700">
            <a:solidFill>
              <a:srgbClr val="0F9D7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28600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CART CHECKS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2588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cart validation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SKU still active?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862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price changed?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48056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SKU configuration changed?</a:t>
            </a:r>
            <a:endParaRPr lang="en-US" sz="13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07492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34440" y="5029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case / pack configuration changed?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309360" y="2057400"/>
            <a:ext cx="53949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6492240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WHEN CART VALIDATES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492240" y="25420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Seller price wins — for items in the cart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6492240" y="3200400"/>
            <a:ext cx="5029200" cy="731520"/>
          </a:xfrm>
          <a:prstGeom prst="rect">
            <a:avLst/>
          </a:prstGeom>
          <a:solidFill>
            <a:srgbClr val="FBED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67512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914400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Price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6492240" y="4114800"/>
            <a:ext cx="5029200" cy="731520"/>
          </a:xfrm>
          <a:prstGeom prst="rect">
            <a:avLst/>
          </a:prstGeom>
          <a:solidFill>
            <a:srgbClr val="FBED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675120" y="4114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Portal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14400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Price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6492240" y="5029200"/>
            <a:ext cx="5029200" cy="731520"/>
          </a:xfrm>
          <a:prstGeom prst="rect">
            <a:avLst/>
          </a:prstGeom>
          <a:solidFill>
            <a:srgbClr val="E6F6F1"/>
          </a:solidFill>
          <a:ln w="6350">
            <a:solidFill>
              <a:srgbClr val="0F9D7B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675120" y="5029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Calculation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144000" y="5029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Seller Price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Price Sync Workflow  |  Discussion with Venkat Manohar  |  1 June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SAME PRODUCT, TWO PRICES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Product Page Shows Old Price, but the Order Uses New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screens use different refresh mechanisms — that is why two prices appear in the same flow.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6576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73152" cy="2560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402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31520" y="27889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cached catalog data — refresh has not happened yet.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384048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FBED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PRICE USED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434840" y="2011680"/>
            <a:ext cx="36576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34840" y="2011680"/>
            <a:ext cx="73152" cy="2560320"/>
          </a:xfrm>
          <a:prstGeom prst="rect">
            <a:avLst/>
          </a:prstGeom>
          <a:solidFill>
            <a:srgbClr val="0F9D7B"/>
          </a:solidFill>
          <a:ln w="12700">
            <a:solidFill>
              <a:srgbClr val="0F9D7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24028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1208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/ Checkout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709160" y="27889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real-time validation and fetches the latest Seller price.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709160" y="384048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E6F6F1"/>
          </a:solidFill>
          <a:ln w="12700">
            <a:solidFill>
              <a:srgbClr val="0F9D7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0916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PRICE USED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412480" y="2011680"/>
            <a:ext cx="36576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412480" y="2011680"/>
            <a:ext cx="73152" cy="2560320"/>
          </a:xfrm>
          <a:prstGeom prst="rect">
            <a:avLst/>
          </a:prstGeom>
          <a:solidFill>
            <a:srgbClr val="0F9D7B"/>
          </a:solidFill>
          <a:ln w="12700">
            <a:solidFill>
              <a:srgbClr val="0F9D7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24028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8972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Creation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8686800" y="27889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updated price from the latest cart validation.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686800" y="384048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E6F6F1"/>
          </a:solidFill>
          <a:ln w="12700">
            <a:solidFill>
              <a:srgbClr val="0F9D7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68680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PRICE USED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457200" y="4800600"/>
            <a:ext cx="11247120" cy="1325880"/>
          </a:xfrm>
          <a:prstGeom prst="rect">
            <a:avLst/>
          </a:prstGeom>
          <a:solidFill>
            <a:srgbClr val="0F2A4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685800" y="4937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OBSERVED DURING TESTING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85800" y="5257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85800" y="5577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 42</a:t>
            </a:r>
            <a:endParaRPr lang="en-US" sz="3200" dirty="0"/>
          </a:p>
        </p:txBody>
      </p:sp>
      <p:sp>
        <p:nvSpPr>
          <p:cNvPr id="33" name="Text 28"/>
          <p:cNvSpPr/>
          <p:nvPr/>
        </p:nvSpPr>
        <p:spPr>
          <a:xfrm>
            <a:off x="3657600" y="5349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5DA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</a:t>
            </a:r>
            <a:endParaRPr lang="en-US" sz="2400" dirty="0"/>
          </a:p>
        </p:txBody>
      </p:sp>
      <p:sp>
        <p:nvSpPr>
          <p:cNvPr id="34" name="Text 29"/>
          <p:cNvSpPr/>
          <p:nvPr/>
        </p:nvSpPr>
        <p:spPr>
          <a:xfrm>
            <a:off x="4572000" y="5257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Amount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4572000" y="5577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DA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 176</a:t>
            </a:r>
            <a:endParaRPr lang="en-US" sz="3200" dirty="0"/>
          </a:p>
        </p:txBody>
      </p:sp>
      <p:sp>
        <p:nvSpPr>
          <p:cNvPr id="36" name="Text 31"/>
          <p:cNvSpPr/>
          <p:nvPr/>
        </p:nvSpPr>
        <p:spPr>
          <a:xfrm>
            <a:off x="7589520" y="5349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behaviors are currently expected under the existing design.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Price Sync Workflow  |  Discussion with Venkat Manohar  |  1 June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WHERE IT HURTS 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Known System Limitations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5321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45920"/>
            <a:ext cx="73152" cy="2194560"/>
          </a:xfrm>
          <a:prstGeom prst="rect">
            <a:avLst/>
          </a:prstGeom>
          <a:solidFill>
            <a:srgbClr val="E08A1F"/>
          </a:solidFill>
          <a:ln w="12700">
            <a:solidFill>
              <a:srgbClr val="E08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E08A1F"/>
          </a:solidFill>
          <a:ln w="12700">
            <a:solidFill>
              <a:srgbClr val="E08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938528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9202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Latency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1520" y="256032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Noticeable delay across Seller → Partner Portal → Buyer App. This creates inconsistency between systems.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1645920"/>
            <a:ext cx="55321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1645920"/>
            <a:ext cx="73152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46520" y="192024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1938528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78040" y="19202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Concerns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446520" y="256032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catalogs, multiple sellers and distributors — real-time sync of everything risks performance bottlenecks.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57200" y="3931920"/>
            <a:ext cx="55321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" y="3931920"/>
            <a:ext cx="73152" cy="21945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20624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152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4224528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463040" y="42062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/ Processing Delays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731520" y="484632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caused by queue processing, integration limitations, and ONDC communication overhead. Exact bottleneck needs technical investigation.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172200" y="3931920"/>
            <a:ext cx="55321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172200" y="3931920"/>
            <a:ext cx="73152" cy="2194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446520" y="42062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44652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4224528"/>
            <a:ext cx="502920" cy="5029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178040" y="42062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User Experience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6446520" y="484632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components refresh differently — e.g. Product Page = ₹42 while Order Amount = ₹176.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Price Sync Workflow  |  Discussion with Venkat Manohar  |  1 June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WHERE THE PLATFORM IS HEADING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Kranthi’s team is already working on a revised design approach that moves away from nightly bulk refresh.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51206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73152" cy="2286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2514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Nightly Bulk Refresh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31089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catalog is reprocessed in a single cycle, regardless of how few items actually changed.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971800"/>
            <a:ext cx="457200" cy="4572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83680" y="2057400"/>
            <a:ext cx="5120640" cy="2286000"/>
          </a:xfrm>
          <a:prstGeom prst="rect">
            <a:avLst/>
          </a:prstGeom>
          <a:solidFill>
            <a:srgbClr val="E6F6F1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83680" y="2057400"/>
            <a:ext cx="73152" cy="2286000"/>
          </a:xfrm>
          <a:prstGeom prst="rect">
            <a:avLst/>
          </a:prstGeom>
          <a:solidFill>
            <a:srgbClr val="0F9D7B"/>
          </a:solidFill>
          <a:ln w="12700">
            <a:solidFill>
              <a:srgbClr val="0F9D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39712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39712" y="2514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Incremental Updates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839712" y="31089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changed products are synchronized — closer to event-driven propagation.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572000"/>
            <a:ext cx="1124712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4572000"/>
            <a:ext cx="73152" cy="1783080"/>
          </a:xfrm>
          <a:prstGeom prst="rect">
            <a:avLst/>
          </a:prstGeom>
          <a:solidFill>
            <a:srgbClr val="0F9D7B"/>
          </a:solidFill>
          <a:ln w="12700">
            <a:solidFill>
              <a:srgbClr val="0F9D7B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75488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8016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9D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BENEFITS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285232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0080" y="566928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updates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5285232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798064" y="566928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latency</a:t>
            </a:r>
            <a:endParaRPr lang="en-US" sz="12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5285232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56048" y="566928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user experience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5285232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14032" y="566928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pricing visibility</a:t>
            </a:r>
            <a:endParaRPr lang="en-US" sz="12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2016" y="5285232"/>
            <a:ext cx="320040" cy="32004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272016" y="566928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dependency on nightly cycles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redesign is still under development.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Price Sync Workflow  |  Discussion with Venkat Manohar  |  1 June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WHERE WE STAND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Management Takeaways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6692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" cy="4572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830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801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80160" y="2075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behaves today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3232" y="2606040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Portal is the source of truth.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Portal holds a copied version of data.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changes do not immediately reach Partner Portal.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fetch process must run before Sync can work.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catalog updates refresh only via scheduled processing.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and checkout use real-time validation — and may use newer prices than the product listing.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55080" y="1554480"/>
            <a:ext cx="53492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55080" y="1554480"/>
            <a:ext cx="73152" cy="4572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830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0" y="1801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RISKS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132320" y="2075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buyers, sellers, and testing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583680" y="260604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can see outdated prices.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Portal may display stale catalog data.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becomes difficult — different screens show different values.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transparency and user trust can be impacted.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28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1828800"/>
            <a:ext cx="6400800" cy="64008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Recommendation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toward an Event-Driven Sync Model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inventory, and catalog changes should propagate immediately from Seller Portal → Partner Portal → ONDC → Buyer Apps — eliminating dependency on nightly refreshes and reducing catalog inconsistencies.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365760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DA9C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44348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trigger propagation the moment a change is saved in the Seller Portal.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51960" y="365760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DA9C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38404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26280" y="44348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changed records flow — no full-catalog reprocessing each night.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365760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DA9C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38404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12480" y="44348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listing, Partner Portal, and cart all see the same up-to-date price.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" y="6263640"/>
            <a:ext cx="1280160" cy="45720"/>
          </a:xfrm>
          <a:prstGeom prst="rect">
            <a:avLst/>
          </a:prstGeom>
          <a:solidFill>
            <a:srgbClr val="5DA9C4"/>
          </a:solidFill>
          <a:ln w="12700">
            <a:solidFill>
              <a:srgbClr val="5DA9C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3152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with Venkat Manohar  |  1 June 2026  |  Prepared by Omkar Charankar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&amp; Price Sync Workflow – Current State Understanding</dc:title>
  <dc:subject>PptxGenJS Presentation</dc:subject>
  <dc:creator>Omkar Charankar</dc:creator>
  <cp:lastModifiedBy>Omkar Charankar</cp:lastModifiedBy>
  <cp:revision>1</cp:revision>
  <dcterms:created xsi:type="dcterms:W3CDTF">2026-06-01T11:13:01Z</dcterms:created>
  <dcterms:modified xsi:type="dcterms:W3CDTF">2026-06-01T11:13:01Z</dcterms:modified>
</cp:coreProperties>
</file>