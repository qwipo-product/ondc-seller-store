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C--Users-User-OneDrive---Xavica-Primary-Desktop-Seller-Store/e4b9cf91-1f55-40ca-a8f9-cfa4bc54236c/scratchpad/shots/buyer-2-register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417" y="685800"/>
            <a:ext cx="2329575" cy="6126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8F"/>
                </a:solidFill>
              </a:rPr>
              <a:t>QWIPO B2B  ·  PRODUCT PROPOSAL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13716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Registered-Customer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Purchase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52044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3E4"/>
                </a:solidFill>
              </a:rPr>
              <a:t>End-to-end DMS registration workflow — from company tagging in the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3E4"/>
                </a:solidFill>
              </a:rPr>
              <a:t>Super Admin portal, to buyer-app registration, to customer-ID operations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3E4"/>
                </a:solidFill>
              </a:rPr>
              <a:t>in the Seller Store.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5074920"/>
            <a:ext cx="1755648" cy="475488"/>
          </a:xfrm>
          <a:prstGeom prst="roundRect">
            <a:avLst>
              <a:gd name="adj" fmla="val 50000"/>
            </a:avLst>
          </a:prstGeom>
          <a:solidFill>
            <a:srgbClr val="352668"/>
          </a:solidFill>
          <a:ln w="12700">
            <a:solidFill>
              <a:srgbClr val="4B3A8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0749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Admin tags company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459736" y="5074920"/>
            <a:ext cx="23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8F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15768" y="5074920"/>
            <a:ext cx="1755648" cy="475488"/>
          </a:xfrm>
          <a:prstGeom prst="roundRect">
            <a:avLst>
              <a:gd name="adj" fmla="val 50000"/>
            </a:avLst>
          </a:prstGeom>
          <a:solidFill>
            <a:srgbClr val="352668"/>
          </a:solidFill>
          <a:ln w="12700">
            <a:solidFill>
              <a:srgbClr val="4B3A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15768" y="50749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Buyer registers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489704" y="5074920"/>
            <a:ext cx="23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8F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45736" y="5074920"/>
            <a:ext cx="1755648" cy="475488"/>
          </a:xfrm>
          <a:prstGeom prst="roundRect">
            <a:avLst>
              <a:gd name="adj" fmla="val 50000"/>
            </a:avLst>
          </a:prstGeom>
          <a:solidFill>
            <a:srgbClr val="352668"/>
          </a:solidFill>
          <a:ln w="12700">
            <a:solidFill>
              <a:srgbClr val="4B3A8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45736" y="50749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Seller issues ID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5074920"/>
            <a:ext cx="23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8F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75704" y="5074920"/>
            <a:ext cx="1755648" cy="475488"/>
          </a:xfrm>
          <a:prstGeom prst="roundRect">
            <a:avLst>
              <a:gd name="adj" fmla="val 50000"/>
            </a:avLst>
          </a:prstGeom>
          <a:solidFill>
            <a:srgbClr val="352668"/>
          </a:solidFill>
          <a:ln w="12700">
            <a:solidFill>
              <a:srgbClr val="4B3A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75704" y="50749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Catalogue unlocks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6B8"/>
                </a:solidFill>
              </a:rPr>
              <a:t>Product Team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2BC8"/>
                </a:solidFill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Why company registration needs a first-class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5B5F6B"/>
                </a:solidFill>
              </a:rPr>
              <a:t>Companies like Colgate, PepsiCo, HUL and ITC sell only to shops that exist in their distributor-management system (DMS) — a buyer who isn't registered simply cannot be billed.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5B5F6B"/>
                </a:solidFill>
              </a:rPr>
              <a:t>Each company's DMS issues its own customer ID. A distributor packing ITC, HUL, Colgate and PepsiCo holds four different customer IDs for the same shop.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5B5F6B"/>
                </a:solidFill>
              </a:rPr>
              <a:t>Today Qwipo has no way to model this: buyers see catalogues they cannot order from, and distributors manage registrations over phone calls and paper KYC.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41A4E"/>
                </a:solidFill>
              </a:rPr>
              <a:t>This proposal closes the loop across all three surfaces — Super Admin, Buyer App and Seller Store — so registration becomes a tracked, self-serve workflow.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55448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2FA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17007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BC8"/>
                </a:solidFill>
              </a:rPr>
              <a:t>1 shop = 4 IDs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2677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</a:rPr>
              <a:t>one customer ID per company DMS — state is tracked per company link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3127248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2FA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3273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BC8"/>
                </a:solidFill>
              </a:rPr>
              <a:t>2 entry paths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840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</a:rPr>
              <a:t>link an existing customer ID instantly, or submit pre-filled KYC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4700016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2FA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4846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BC8"/>
                </a:solidFill>
              </a:rPr>
              <a:t>24–48 hrs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54132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</a:rPr>
              <a:t>typical company approval window for a new outlet registration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2BC8"/>
                </a:solidFill>
              </a:rPr>
              <a:t>PROPOSAL 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One workflow, three surfaces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3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3A316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38528"/>
            <a:ext cx="475488" cy="475488"/>
          </a:xfrm>
          <a:prstGeom prst="ellipse">
            <a:avLst/>
          </a:prstGeom>
          <a:solidFill>
            <a:srgbClr val="7A2B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1938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2BC8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E"/>
                </a:solidFill>
              </a:rPr>
              <a:t>Tag the company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63240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B"/>
                </a:solidFill>
              </a:rPr>
              <a:t>While linking a company to a seller in Distributor mode, admin sets Customer Purchase: all customers, or registered customers only.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2004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BC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11296" y="169164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3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3A31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9896" y="1938528"/>
            <a:ext cx="475488" cy="47548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39896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352544" y="1938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FED"/>
                </a:solidFill>
              </a:rPr>
              <a:t>BUYER APP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39896" y="26060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E"/>
                </a:solidFill>
              </a:rPr>
              <a:t>Register or link ID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739896" y="3063240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B"/>
                </a:solidFill>
              </a:rPr>
              <a:t>Gated companies show a Register entry point. The buyer links an existing DMS customer ID, or submits KYC pre-filled from their Qwipo profile.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32004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BC8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73952" y="169164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3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3A31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02552" y="1938528"/>
            <a:ext cx="475488" cy="475488"/>
          </a:xfrm>
          <a:prstGeom prst="ellipse">
            <a:avLst/>
          </a:prstGeom>
          <a:solidFill>
            <a:srgbClr val="E11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02552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938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1D8F"/>
                </a:solidFill>
              </a:rPr>
              <a:t>SELLER STORE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26060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E"/>
                </a:solidFill>
              </a:rPr>
              <a:t>Review &amp; issue IDs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702552" y="3063240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B"/>
                </a:solidFill>
              </a:rPr>
              <a:t>Requests land in the new Customers (DMS) module. The seller creates the customer in the company DMS and records the issued ID — singly or in bulk.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32004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BC8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436608" y="169164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3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3A316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65208" y="1938528"/>
            <a:ext cx="475488" cy="475488"/>
          </a:xfrm>
          <a:prstGeom prst="ellipse">
            <a:avLst/>
          </a:prstGeom>
          <a:solidFill>
            <a:srgbClr val="178A4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65208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0277856" y="1938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8A4C"/>
                </a:solidFill>
              </a:rPr>
              <a:t>BUYER APP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65208" y="26060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E"/>
                </a:solidFill>
              </a:rPr>
              <a:t>Catalogue unlocks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665208" y="3063240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6B"/>
                </a:solidFill>
              </a:rPr>
              <a:t>Once registered, the company's full catalogue opens for that shop. Status is tracked per company: a shop can be live on ITC while HUL is under review.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4F2FA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E"/>
                </a:solidFill>
              </a:rPr>
              <a:t>Wholesaler-mode companies are exempt:  </a:t>
            </a:r>
            <a:pPr indent="0" marL="0">
              <a:buNone/>
            </a:pPr>
            <a:r>
              <a:rPr lang="en-US" sz="1250" dirty="0">
                <a:solidFill>
                  <a:srgbClr val="5B5F6B"/>
                </a:solidFill>
              </a:rPr>
              <a:t>wholesale never restricts purchase, so those links need no registration and stay open to every buyer.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2BC8"/>
                </a:solidFill>
              </a:rPr>
              <a:t>STEP 1  ·  SUPER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Customer tagging while linking a company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37176" y="1499616"/>
            <a:ext cx="6876288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7" name="Image 0" descr="C:/Users/User/AppData/Local/Temp/claude/C--Users-User-OneDrive---Xavica-Primary-Desktop-Seller-Store/e4b9cf91-1f55-40ca-a8f9-cfa4bc54236c/scratchpad/shots/admin-2-customer-purchase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54480"/>
            <a:ext cx="6766560" cy="3803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7A2BC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BC8"/>
                </a:solidFill>
              </a:rPr>
              <a:t>Add Seller → Companies &amp; Brands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194560"/>
            <a:ext cx="4069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Admin links companies to the seller and sets the Operation Mode per company — Distributor or Wholesaler.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When the mode is Distributor, a mandatory Customer Purchase field appears with two options: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All customers can purchase — open catalogue, today's behaviour (default).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Registered customers only — buyers must hold that company's DMS customer ID before they can order.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Wholesaler rows never show the field — wholesale never restricts.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5468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F6B"/>
                </a:solidFill>
              </a:rPr>
              <a:t>Add Seller — Customer Purchase dropdown, one setting per linked company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2BC8"/>
                </a:solidFill>
              </a:rPr>
              <a:t>STEP 1  ·  SUPER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Same gate for sellers that already exist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3776" y="1499616"/>
            <a:ext cx="6876288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7" name="Image 0" descr="C:/Users/User/AppData/Local/Temp/claude/C--Users-User-OneDrive---Xavica-Primary-Desktop-Seller-Store/e4b9cf91-1f55-40ca-a8f9-cfa4bc54236c/scratchpad/shots/admin-4-link-company-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3803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00200"/>
            <a:ext cx="384048" cy="384048"/>
          </a:xfrm>
          <a:prstGeom prst="ellipse">
            <a:avLst/>
          </a:prstGeom>
          <a:solidFill>
            <a:srgbClr val="7A2BC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0456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BC8"/>
                </a:solidFill>
              </a:rPr>
              <a:t>Seller Details → Link a Company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194560"/>
            <a:ext cx="3886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The Link a Company dialog on an existing seller carries the identical Customer Purchase choice — the gate is set at tag time, wherever tagging happens.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Inline helper copy spells out the consequence: “Buyers must be registered in this company's DMS (hold its customer ID) before the catalogue unlocks.”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Defaults to the open option, so rolling this out changes nothing for current sellers until a company is deliberately gated.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68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F6B"/>
                </a:solidFill>
              </a:rPr>
              <a:t>Link a Company — “Registered customers only” selected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</a:rPr>
              <a:t>STEP 2  ·  BUYER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Gated companies become a visible, guided entry point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</a:rPr>
              <a:t>Discovery &amp; status at a glance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4663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A Register to order banner sits on the Authorised Distributors screen — buyers learn which companies need registration instead of hitting dead ends.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The Register to Order list shows every gated company nearby, the distributor who serves it, and its brands.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One status chip per company mirrors the seller-side state: Register, Under review, Rejected, Registered.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Registration is per company, not per app — ITC can be live while HUL is still pending.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435608"/>
            <a:ext cx="1899317" cy="4572000"/>
          </a:xfrm>
          <a:prstGeom prst="roundRect">
            <a:avLst>
              <a:gd name="adj" fmla="val 5777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11" name="Image 0" descr="C:/Users/User/AppData/Local/Temp/claude/C--Users-User-OneDrive---Xavica-Primary-Desktop-Seller-Store/e4b9cf91-1f55-40ca-a8f9-cfa4bc54236c/scratchpad/shots/buyer-1-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481328"/>
            <a:ext cx="1807877" cy="44805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532120" y="6053328"/>
            <a:ext cx="23565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6B"/>
                </a:solidFill>
              </a:rPr>
              <a:t>Entry banner — Authorised Distributors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32520" y="1435608"/>
            <a:ext cx="1795159" cy="4572000"/>
          </a:xfrm>
          <a:prstGeom prst="roundRect">
            <a:avLst>
              <a:gd name="adj" fmla="val 6112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14" name="Image 1" descr="C:/Users/User/AppData/Local/Temp/claude/C--Users-User-OneDrive---Xavica-Primary-Desktop-Seller-Store/e4b9cf91-1f55-40ca-a8f9-cfa4bc54236c/scratchpad/shots/buyer-2-register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481328"/>
            <a:ext cx="1703719" cy="44805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503920" y="6053328"/>
            <a:ext cx="22523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6B"/>
                </a:solidFill>
              </a:rPr>
              <a:t>Register to Order — per-company status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</a:rPr>
              <a:t>STEP 2  ·  BUYER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Two paths in: link an ID, or register with pre-filled KYC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</a:rPr>
              <a:t>Link Customer ID  /  New registration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4663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Path 1 — already a customer: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the buyer types the customer ID from their distributor bills and links the shop instantly. No review needed — straight to Registered.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Path 2 — new to the company: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a registration request pre-filled from the buyer's Qwipo KYC — shop, owner, GSTIN and documents attach automatically. Zero re-typing.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The request lands with the distributor; companies typically approve new outlets in 24–48 hours.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1435608"/>
            <a:ext cx="2161459" cy="4572000"/>
          </a:xfrm>
          <a:prstGeom prst="roundRect">
            <a:avLst>
              <a:gd name="adj" fmla="val 5077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11" name="Image 0" descr="C:/Users/User/AppData/Local/Temp/claude/C--Users-User-OneDrive---Xavica-Primary-Desktop-Seller-Store/e4b9cf91-1f55-40ca-a8f9-cfa4bc54236c/scratchpad/shots/buyer-3-link-or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81328"/>
            <a:ext cx="2070019" cy="44805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394960" y="6053328"/>
            <a:ext cx="26186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6B"/>
                </a:solidFill>
              </a:rPr>
              <a:t>Link existing ID — or proceed to registration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69680" y="1435608"/>
            <a:ext cx="1983596" cy="457200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14" name="Image 1" descr="C:/Users/User/AppData/Local/Temp/claude/C--Users-User-OneDrive---Xavica-Primary-Desktop-Seller-Store/e4b9cf91-1f55-40ca-a8f9-cfa4bc54236c/scratchpad/shots/buyer-4-registration-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481328"/>
            <a:ext cx="1892156" cy="44805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641080" y="6053328"/>
            <a:ext cx="2440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6B"/>
                </a:solidFill>
              </a:rPr>
              <a:t>KYC pre-filled from the Qwipo profile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8F"/>
                </a:solidFill>
              </a:rPr>
              <a:t>STEP 3  ·  SELLER STORE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Customers (DMS) — a work queue built for volume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37176" y="1499616"/>
            <a:ext cx="6876288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7" name="Image 0" descr="C:/Users/User/AppData/Local/Temp/claude/C--Users-User-OneDrive---Xavica-Primary-Desktop-Seller-Store/e4b9cf91-1f55-40ca-a8f9-cfa4bc54236c/scratchpad/shots/dms-1-list-new-regist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54480"/>
            <a:ext cx="6766560" cy="3803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E11D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8F"/>
                </a:solidFill>
              </a:rPr>
              <a:t>New module: Customers (DMS)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194560"/>
            <a:ext cx="4069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Buyer requests land in three single-homed tabs — New Registrations, Registered, Blocked — with headline counts of what's awaiting action.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Each row shows the shop's KYC essentials and how many of its company links are registered (“1 of 4 registered”).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Bulk built in: Download emits a CSV with one customer-ID column per company; the seller fills IDs from the DMS and uploads it back — hundreds of registrations in one pass.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5468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F6B"/>
                </a:solidFill>
              </a:rPr>
              <a:t>Customers (DMS) — New Registrations queue with bulk download / upload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8F"/>
                </a:solidFill>
              </a:rPr>
              <a:t>STEP 3  ·  SELLER STORE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Customer detail — the full picture before issuing an ID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3776" y="1499616"/>
            <a:ext cx="6876288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7" name="Image 0" descr="C:/Users/User/AppData/Local/Temp/claude/C--Users-User-OneDrive---Xavica-Primary-Desktop-Seller-Store/e4b9cf91-1f55-40ca-a8f9-cfa4bc54236c/scratchpad/shots/dms-3-detail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3803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00200"/>
            <a:ext cx="384048" cy="384048"/>
          </a:xfrm>
          <a:prstGeom prst="ellipse">
            <a:avLst/>
          </a:prstGeom>
          <a:solidFill>
            <a:srgbClr val="E11D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0456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8F"/>
                </a:solidFill>
              </a:rPr>
              <a:t>Review with serviceability context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194560"/>
            <a:ext cx="3886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The shared KYC pack — shop image, owner photo ID, GST certificate — sits beside basic information, ready to copy into the company DMS.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Every address maps to live Company × Beat × Beat-days serviceability, so the seller knows the shop is coverable before registering it.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Location pin with an open-in-Google-Maps jump for field verification.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68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F6B"/>
                </a:solidFill>
              </a:rPr>
              <a:t>Detail — KYC documents, addresses and per-company beat serviceability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8F"/>
                </a:solidFill>
              </a:rPr>
              <a:t>STEP 3  ·  SELLER STORE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Issue IDs per company — register, reject, or exempt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37176" y="1499616"/>
            <a:ext cx="6876288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3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3A3161">
                <a:alpha val="28000"/>
              </a:srgbClr>
            </a:outerShdw>
          </a:effectLst>
        </p:spPr>
      </p:sp>
      <p:pic>
        <p:nvPicPr>
          <p:cNvPr id="7" name="Image 0" descr="C:/Users/User/AppData/Local/Temp/claude/C--Users-User-OneDrive---Xavica-Primary-Desktop-Seller-Store/e4b9cf91-1f55-40ca-a8f9-cfa4bc54236c/scratchpad/shots/dms-4-detail-company-regist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54480"/>
            <a:ext cx="6766560" cy="3803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E11D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8F"/>
                </a:solidFill>
              </a:rPr>
              <a:t>Company Registrations card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194560"/>
            <a:ext cx="4069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One block per linked company, each with its own lifecycle — the “1 / 4 registered” badge tracks progress across companies.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The seller pastes the customer ID issued by that company's DMS (format-hinted per company, e.g. CLG-102938) and hits Register — or rejects with a reason the buyer sees.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41A4E"/>
                </a:solidFill>
              </a:rPr>
              <a:t>Wholesaler companies show “No registration needed” — exempt by design.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5F6B"/>
                </a:solidFill>
              </a:rPr>
              <a:t>Opening a pending customer marks them Under review, so the buyer's chip updates the moment work starts.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5468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F6B"/>
                </a:solidFill>
              </a:rPr>
              <a:t>Per-company Register / Reject with the company's own ID format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2BC8"/>
                </a:solidFill>
              </a:rPr>
              <a:t>STATE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Five statuses, shared verbatim by buyer and seller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E"/>
                </a:solidFill>
              </a:rPr>
              <a:t>Path 1 — buyer already holds the company's customer 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E3ECFD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574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</a:rPr>
              <a:t>Link Customer ID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0574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F6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011680" cy="530352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20574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8A4C"/>
                </a:solidFill>
              </a:rPr>
              <a:t>Registered 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0574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F6B"/>
                </a:solidFill>
              </a:rPr>
              <a:t>instant — review pipeline skipped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26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E"/>
                </a:solidFill>
              </a:rPr>
              <a:t>Path 2 — new registration via KYC request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2103120" cy="530352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918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6A00"/>
                </a:solidFill>
              </a:rPr>
              <a:t>Pending approval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2918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F6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329184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E3ECFD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2918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</a:rPr>
              <a:t>Under review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918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F6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77840" y="329184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77840" y="32918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8A4C"/>
                </a:solidFill>
              </a:rPr>
              <a:t>Registered 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329184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5F6B"/>
                </a:solidFill>
              </a:rPr>
              <a:t>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29184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32918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3843"/>
                </a:solidFill>
              </a:rPr>
              <a:t>Rejected 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38360" y="32918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F6B"/>
                </a:solidFill>
              </a:rPr>
              <a:t>→ re-apply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4F2FA"/>
          </a:solidFill>
          <a:ln w="12700">
            <a:solidFill>
              <a:srgbClr val="E3E1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BC8"/>
                </a:solidFill>
              </a:rPr>
              <a:t>Business rules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68172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State lives per company link — one shop tracks four independent lifecycles across four companies.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Rejection always carries a reason, shown to the buyer; a rejected shop can re-apply, returning to Pending approval.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Blocked is seller-initiated and separate from rejection — a blocked shop is frozen across that seller's gated companies.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2BC8"/>
                </a:solidFill>
              </a:rPr>
              <a:t>FOR 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E"/>
                </a:solidFill>
              </a:rPr>
              <a:t>Search &amp; catalogue visibility for gated companies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Qwipo B2B  ·  DMS Registration Proposal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F6B"/>
                </a:solidFill>
              </a:rPr>
              <a:t>When a buyer searches a product from a company they aren't registered with, what should they see?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3EFFB"/>
          </a:solidFill>
          <a:ln w="19050">
            <a:solidFill>
              <a:srgbClr val="7A2B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E"/>
                </a:solidFill>
              </a:rPr>
              <a:t>Option A — Discoverable, but locked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7A2BC8"/>
                </a:highlight>
              </a:rPr>
              <a:t>RECOMMENDED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Gated products appear in search and browse with a lock badge and a Register to order CTA in place of Add to cart.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Search stays complete — the buyer always finds the product, and every locked result advertises the registration flow.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241A4E"/>
                </a:solidFill>
              </a:rPr>
              <a:t>Turns search demand into registration leads for the company and the distributor.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Price visibility for locked items is a per-company toggle we can add later.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875">
            <a:solidFill>
              <a:srgbClr val="E3E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E"/>
                </a:solidFill>
              </a:rPr>
              <a:t>Option B — Hidden until registered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7432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Gated catalogues stay invisible in search and browse until the shop is registered with the company.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Cleanest contractual posture if a company insists its price list must never be exposed to unregistered outlets.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B4232E"/>
                </a:solidFill>
              </a:rPr>
              <a:t>But search feels broken — the buyer can't find Colgate at all, and never learns registration exists.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F6B"/>
                </a:solidFill>
              </a:rPr>
              <a:t>Could be offered as a stricter per-company setting where a company demands 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8F"/>
                </a:solidFill>
              </a:rPr>
              <a:t>WHERE WE NEED THE ROOM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Decisions &amp; next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B7F0"/>
                </a:solidFill>
              </a:rPr>
              <a:t>Decisions we're asking for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Approve the workflow model: per-company Customer Purchase tagging + per-company registration lifecycle.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Pick the search stance for gated companies — discoverable-but-locked (recommended) vs hidden.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Confirm the bulk CSV path as the v1 DMS bridge, with direct DMS API integration as a fast-follow.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Nominate 1–2 anchor companies and distributors for the pilot.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B7F0"/>
                </a:solidFill>
              </a:rPr>
              <a:t>Proposed next steps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28600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Validate the flow with the pilot distributors against their real DMS registration process.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Freeze buyer-app UX for the two registration paths and the status chips.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Detail stories per surface (Admin, Buyer, Seller Store) and size the build.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1F5"/>
                </a:solidFill>
              </a:rPr>
              <a:t>Define registration SLAs and the nudges for requests idle beyond 48 hours.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86B8"/>
                </a:solidFill>
              </a:rPr>
              <a:t>Qwipo B2B  ·  DMS Registration Proposal  ·  August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2026-08-31T15:43:41Z</dcterms:created>
  <dcterms:modified xsi:type="dcterms:W3CDTF">2026-08-31T15:43:41Z</dcterms:modified>
</cp:coreProperties>
</file>